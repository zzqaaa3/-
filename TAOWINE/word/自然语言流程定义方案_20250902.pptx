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6" r:id="rId4"/>
    <p:sldMasterId id="2147483692" r:id="rId5"/>
  </p:sldMasterIdLst>
  <p:notesMasterIdLst>
    <p:notesMasterId r:id="rId7"/>
  </p:notesMasterIdLst>
  <p:handoutMasterIdLst>
    <p:handoutMasterId r:id="rId32"/>
  </p:handoutMasterIdLst>
  <p:sldIdLst>
    <p:sldId id="259" r:id="rId6"/>
    <p:sldId id="420" r:id="rId8"/>
    <p:sldId id="422" r:id="rId9"/>
    <p:sldId id="425" r:id="rId10"/>
    <p:sldId id="434" r:id="rId11"/>
    <p:sldId id="464" r:id="rId12"/>
    <p:sldId id="435" r:id="rId13"/>
    <p:sldId id="495" r:id="rId14"/>
    <p:sldId id="478" r:id="rId15"/>
    <p:sldId id="477" r:id="rId16"/>
    <p:sldId id="492" r:id="rId17"/>
    <p:sldId id="423" r:id="rId18"/>
    <p:sldId id="348" r:id="rId19"/>
    <p:sldId id="444" r:id="rId20"/>
    <p:sldId id="490" r:id="rId21"/>
    <p:sldId id="451" r:id="rId22"/>
    <p:sldId id="426" r:id="rId23"/>
    <p:sldId id="457" r:id="rId24"/>
    <p:sldId id="491" r:id="rId25"/>
    <p:sldId id="427" r:id="rId26"/>
    <p:sldId id="416" r:id="rId27"/>
    <p:sldId id="493" r:id="rId28"/>
    <p:sldId id="462" r:id="rId29"/>
    <p:sldId id="494" r:id="rId30"/>
    <p:sldId id="272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4" userDrawn="1">
          <p15:clr>
            <a:srgbClr val="A4A3A4"/>
          </p15:clr>
        </p15:guide>
        <p15:guide id="2" pos="3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56" autoAdjust="0"/>
    <p:restoredTop sz="92701" autoAdjust="0"/>
  </p:normalViewPr>
  <p:slideViewPr>
    <p:cSldViewPr snapToGrid="0" showGuides="1">
      <p:cViewPr varScale="1">
        <p:scale>
          <a:sx n="103" d="100"/>
          <a:sy n="103" d="100"/>
        </p:scale>
        <p:origin x="1308" y="108"/>
      </p:cViewPr>
      <p:guideLst>
        <p:guide orient="horz" pos="3504"/>
        <p:guide pos="39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gs" Target="tags/tag28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873C2-C78A-4FA4-A29C-E5D68A4EC2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2336B-FF22-4876-91CB-2FEB3718DC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361517" y="7291388"/>
            <a:ext cx="4102100" cy="383381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tags" Target="../tags/tag8.xm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tags" Target="../tags/tag9.xml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tags" Target="../tags/tag10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4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pic>
        <p:nvPicPr>
          <p:cNvPr id="1027" name="Picture 3" descr="L:\VI\office\首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2" y="0"/>
            <a:ext cx="12172136" cy="6858000"/>
          </a:xfrm>
          <a:prstGeom prst="rect">
            <a:avLst/>
          </a:prstGeom>
        </p:spPr>
      </p:pic>
      <p:pic>
        <p:nvPicPr>
          <p:cNvPr id="8" name="图片 7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38600" y="5212080"/>
            <a:ext cx="4145915" cy="1510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4"/>
            <a:ext cx="10363200" cy="1500716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43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43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" name="文本框 7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3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5933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4011084" cy="116204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053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cxnSp>
        <p:nvCxnSpPr>
          <p:cNvPr id="6" name="直接连接符 5"/>
          <p:cNvCxnSpPr/>
          <p:nvPr userDrawn="1"/>
        </p:nvCxnSpPr>
        <p:spPr>
          <a:xfrm>
            <a:off x="1911351" y="990600"/>
            <a:ext cx="78660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2467187" y="304800"/>
            <a:ext cx="2138680" cy="614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9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</a:rPr>
              <a:t> </a:t>
            </a:r>
            <a:r>
              <a:rPr kumimoji="0" lang="zh-CN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</a:rPr>
              <a:t>关于企业</a:t>
            </a:r>
            <a:endParaRPr kumimoji="0" lang="zh-CN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787900" y="304800"/>
            <a:ext cx="2162387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公司优势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22160" y="308187"/>
            <a:ext cx="2185247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产品介绍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0" name="齿轮"/>
          <p:cNvSpPr/>
          <p:nvPr userDrawn="1"/>
        </p:nvSpPr>
        <p:spPr>
          <a:xfrm>
            <a:off x="4846956" y="406731"/>
            <a:ext cx="480111" cy="329088"/>
          </a:xfrm>
          <a:custGeom>
            <a:avLst/>
            <a:gdLst/>
            <a:ahLst/>
            <a:cxnLst>
              <a:cxn ang="0">
                <a:pos x="1355710" y="833245"/>
              </a:cxn>
              <a:cxn ang="0">
                <a:pos x="1907230" y="833245"/>
              </a:cxn>
              <a:cxn ang="0">
                <a:pos x="1596087" y="400771"/>
              </a:cxn>
              <a:cxn ang="0">
                <a:pos x="1682233" y="488008"/>
              </a:cxn>
              <a:cxn ang="0">
                <a:pos x="1882355" y="479207"/>
              </a:cxn>
              <a:cxn ang="0">
                <a:pos x="1892271" y="601408"/>
              </a:cxn>
              <a:cxn ang="0">
                <a:pos x="2051230" y="723302"/>
              </a:cxn>
              <a:cxn ang="0">
                <a:pos x="1980277" y="823287"/>
              </a:cxn>
              <a:cxn ang="0">
                <a:pos x="2023695" y="1018840"/>
              </a:cxn>
              <a:cxn ang="0">
                <a:pos x="1905073" y="1049826"/>
              </a:cxn>
              <a:cxn ang="0">
                <a:pos x="1812635" y="1227537"/>
              </a:cxn>
              <a:cxn ang="0">
                <a:pos x="1701847" y="1175024"/>
              </a:cxn>
              <a:cxn ang="0">
                <a:pos x="1516804" y="1251740"/>
              </a:cxn>
              <a:cxn ang="0">
                <a:pos x="1465691" y="1140300"/>
              </a:cxn>
              <a:cxn ang="0">
                <a:pos x="1274628" y="1080125"/>
              </a:cxn>
              <a:cxn ang="0">
                <a:pos x="1307105" y="961902"/>
              </a:cxn>
              <a:cxn ang="0">
                <a:pos x="1199422" y="792992"/>
              </a:cxn>
              <a:cxn ang="0">
                <a:pos x="1300293" y="723304"/>
              </a:cxn>
              <a:cxn ang="0">
                <a:pos x="1326376" y="524695"/>
              </a:cxn>
              <a:cxn ang="0">
                <a:pos x="1448443" y="536149"/>
              </a:cxn>
              <a:cxn ang="0">
                <a:pos x="1596087" y="400771"/>
              </a:cxn>
              <a:cxn ang="0">
                <a:pos x="234432" y="648711"/>
              </a:cxn>
              <a:cxn ang="0">
                <a:pos x="1061712" y="648711"/>
              </a:cxn>
              <a:cxn ang="0">
                <a:pos x="594998" y="0"/>
              </a:cxn>
              <a:cxn ang="0">
                <a:pos x="724216" y="130856"/>
              </a:cxn>
              <a:cxn ang="0">
                <a:pos x="1024399" y="117654"/>
              </a:cxn>
              <a:cxn ang="0">
                <a:pos x="1039273" y="300956"/>
              </a:cxn>
              <a:cxn ang="0">
                <a:pos x="1277712" y="483796"/>
              </a:cxn>
              <a:cxn ang="0">
                <a:pos x="1171283" y="633774"/>
              </a:cxn>
              <a:cxn ang="0">
                <a:pos x="1236410" y="927104"/>
              </a:cxn>
              <a:cxn ang="0">
                <a:pos x="1058476" y="973583"/>
              </a:cxn>
              <a:cxn ang="0">
                <a:pos x="919819" y="1240149"/>
              </a:cxn>
              <a:cxn ang="0">
                <a:pos x="753637" y="1161380"/>
              </a:cxn>
              <a:cxn ang="0">
                <a:pos x="476073" y="1276454"/>
              </a:cxn>
              <a:cxn ang="0">
                <a:pos x="399403" y="1109294"/>
              </a:cxn>
              <a:cxn ang="0">
                <a:pos x="112809" y="1019032"/>
              </a:cxn>
              <a:cxn ang="0">
                <a:pos x="161524" y="841697"/>
              </a:cxn>
              <a:cxn ang="0">
                <a:pos x="0" y="588332"/>
              </a:cxn>
              <a:cxn ang="0">
                <a:pos x="151306" y="483799"/>
              </a:cxn>
              <a:cxn ang="0">
                <a:pos x="190431" y="185886"/>
              </a:cxn>
              <a:cxn ang="0">
                <a:pos x="373531" y="203067"/>
              </a:cxn>
              <a:cxn ang="0">
                <a:pos x="594998" y="0"/>
              </a:cxn>
            </a:cxnLst>
            <a:rect l="0" t="0" r="0" b="0"/>
            <a:pathLst>
              <a:path w="2063518" h="1276454">
                <a:moveTo>
                  <a:pt x="1631470" y="557485"/>
                </a:moveTo>
                <a:cubicBezTo>
                  <a:pt x="1479172" y="557485"/>
                  <a:pt x="1355710" y="680947"/>
                  <a:pt x="1355710" y="833245"/>
                </a:cubicBezTo>
                <a:cubicBezTo>
                  <a:pt x="1355710" y="985543"/>
                  <a:pt x="1479172" y="1109005"/>
                  <a:pt x="1631470" y="1109005"/>
                </a:cubicBezTo>
                <a:cubicBezTo>
                  <a:pt x="1783768" y="1109005"/>
                  <a:pt x="1907230" y="985543"/>
                  <a:pt x="1907230" y="833245"/>
                </a:cubicBezTo>
                <a:cubicBezTo>
                  <a:pt x="1907230" y="680947"/>
                  <a:pt x="1783768" y="557485"/>
                  <a:pt x="1631470" y="557485"/>
                </a:cubicBezTo>
                <a:close/>
                <a:moveTo>
                  <a:pt x="1596087" y="400771"/>
                </a:moveTo>
                <a:lnTo>
                  <a:pt x="1666853" y="400771"/>
                </a:lnTo>
                <a:lnTo>
                  <a:pt x="1682233" y="488008"/>
                </a:lnTo>
                <a:cubicBezTo>
                  <a:pt x="1729134" y="494904"/>
                  <a:pt x="1774137" y="511284"/>
                  <a:pt x="1814498" y="536149"/>
                </a:cubicBezTo>
                <a:lnTo>
                  <a:pt x="1882355" y="479207"/>
                </a:lnTo>
                <a:lnTo>
                  <a:pt x="1936564" y="524695"/>
                </a:lnTo>
                <a:lnTo>
                  <a:pt x="1892271" y="601408"/>
                </a:lnTo>
                <a:cubicBezTo>
                  <a:pt x="1923766" y="636838"/>
                  <a:pt x="1947711" y="678313"/>
                  <a:pt x="1962647" y="723304"/>
                </a:cubicBezTo>
                <a:lnTo>
                  <a:pt x="2051230" y="723302"/>
                </a:lnTo>
                <a:lnTo>
                  <a:pt x="2063518" y="792992"/>
                </a:lnTo>
                <a:lnTo>
                  <a:pt x="1980277" y="823287"/>
                </a:lnTo>
                <a:cubicBezTo>
                  <a:pt x="1981630" y="870672"/>
                  <a:pt x="1973314" y="917837"/>
                  <a:pt x="1955836" y="961902"/>
                </a:cubicBezTo>
                <a:lnTo>
                  <a:pt x="2023695" y="1018840"/>
                </a:lnTo>
                <a:lnTo>
                  <a:pt x="1988313" y="1080125"/>
                </a:lnTo>
                <a:lnTo>
                  <a:pt x="1905073" y="1049826"/>
                </a:lnTo>
                <a:cubicBezTo>
                  <a:pt x="1875651" y="1086995"/>
                  <a:pt x="1838963" y="1117779"/>
                  <a:pt x="1797250" y="1140300"/>
                </a:cubicBezTo>
                <a:lnTo>
                  <a:pt x="1812635" y="1227537"/>
                </a:lnTo>
                <a:lnTo>
                  <a:pt x="1746136" y="1251740"/>
                </a:lnTo>
                <a:lnTo>
                  <a:pt x="1701847" y="1175024"/>
                </a:lnTo>
                <a:cubicBezTo>
                  <a:pt x="1655416" y="1184585"/>
                  <a:pt x="1607524" y="1184585"/>
                  <a:pt x="1561093" y="1175024"/>
                </a:cubicBezTo>
                <a:lnTo>
                  <a:pt x="1516804" y="1251740"/>
                </a:lnTo>
                <a:lnTo>
                  <a:pt x="1450306" y="1227537"/>
                </a:lnTo>
                <a:lnTo>
                  <a:pt x="1465691" y="1140300"/>
                </a:lnTo>
                <a:cubicBezTo>
                  <a:pt x="1423978" y="1117779"/>
                  <a:pt x="1387290" y="1086995"/>
                  <a:pt x="1357868" y="1049826"/>
                </a:cubicBezTo>
                <a:lnTo>
                  <a:pt x="1274628" y="1080125"/>
                </a:lnTo>
                <a:lnTo>
                  <a:pt x="1239245" y="1018840"/>
                </a:lnTo>
                <a:lnTo>
                  <a:pt x="1307105" y="961902"/>
                </a:lnTo>
                <a:cubicBezTo>
                  <a:pt x="1289627" y="917837"/>
                  <a:pt x="1281310" y="870672"/>
                  <a:pt x="1282663" y="823287"/>
                </a:cubicBezTo>
                <a:lnTo>
                  <a:pt x="1199422" y="792992"/>
                </a:lnTo>
                <a:lnTo>
                  <a:pt x="1211710" y="723302"/>
                </a:lnTo>
                <a:lnTo>
                  <a:pt x="1300293" y="723304"/>
                </a:lnTo>
                <a:cubicBezTo>
                  <a:pt x="1315229" y="678313"/>
                  <a:pt x="1339174" y="636838"/>
                  <a:pt x="1370670" y="601408"/>
                </a:cubicBezTo>
                <a:lnTo>
                  <a:pt x="1326376" y="524695"/>
                </a:lnTo>
                <a:lnTo>
                  <a:pt x="1380586" y="479207"/>
                </a:lnTo>
                <a:lnTo>
                  <a:pt x="1448443" y="536149"/>
                </a:lnTo>
                <a:cubicBezTo>
                  <a:pt x="1488803" y="511284"/>
                  <a:pt x="1533807" y="494905"/>
                  <a:pt x="1580707" y="488008"/>
                </a:cubicBezTo>
                <a:lnTo>
                  <a:pt x="1596087" y="400771"/>
                </a:lnTo>
                <a:close/>
                <a:moveTo>
                  <a:pt x="648072" y="235071"/>
                </a:moveTo>
                <a:cubicBezTo>
                  <a:pt x="419625" y="235071"/>
                  <a:pt x="234432" y="420264"/>
                  <a:pt x="234432" y="648711"/>
                </a:cubicBezTo>
                <a:cubicBezTo>
                  <a:pt x="234432" y="877158"/>
                  <a:pt x="419625" y="1062352"/>
                  <a:pt x="648072" y="1062352"/>
                </a:cubicBezTo>
                <a:cubicBezTo>
                  <a:pt x="876519" y="1062352"/>
                  <a:pt x="1061712" y="877158"/>
                  <a:pt x="1061712" y="648711"/>
                </a:cubicBezTo>
                <a:cubicBezTo>
                  <a:pt x="1061712" y="420264"/>
                  <a:pt x="876519" y="235071"/>
                  <a:pt x="648072" y="235071"/>
                </a:cubicBezTo>
                <a:close/>
                <a:moveTo>
                  <a:pt x="594998" y="0"/>
                </a:moveTo>
                <a:lnTo>
                  <a:pt x="701146" y="0"/>
                </a:lnTo>
                <a:lnTo>
                  <a:pt x="724216" y="130856"/>
                </a:lnTo>
                <a:cubicBezTo>
                  <a:pt x="794567" y="141200"/>
                  <a:pt x="862072" y="165770"/>
                  <a:pt x="922614" y="203067"/>
                </a:cubicBezTo>
                <a:lnTo>
                  <a:pt x="1024399" y="117654"/>
                </a:lnTo>
                <a:lnTo>
                  <a:pt x="1105713" y="185886"/>
                </a:lnTo>
                <a:lnTo>
                  <a:pt x="1039273" y="300956"/>
                </a:lnTo>
                <a:cubicBezTo>
                  <a:pt x="1086516" y="354101"/>
                  <a:pt x="1122434" y="416314"/>
                  <a:pt x="1144837" y="483799"/>
                </a:cubicBezTo>
                <a:lnTo>
                  <a:pt x="1277712" y="483796"/>
                </a:lnTo>
                <a:lnTo>
                  <a:pt x="1296144" y="588332"/>
                </a:lnTo>
                <a:lnTo>
                  <a:pt x="1171283" y="633774"/>
                </a:lnTo>
                <a:cubicBezTo>
                  <a:pt x="1173312" y="704852"/>
                  <a:pt x="1160838" y="775599"/>
                  <a:pt x="1134620" y="841697"/>
                </a:cubicBezTo>
                <a:lnTo>
                  <a:pt x="1236410" y="927104"/>
                </a:lnTo>
                <a:lnTo>
                  <a:pt x="1183336" y="1019032"/>
                </a:lnTo>
                <a:lnTo>
                  <a:pt x="1058476" y="973583"/>
                </a:lnTo>
                <a:cubicBezTo>
                  <a:pt x="1014343" y="1029336"/>
                  <a:pt x="959312" y="1075513"/>
                  <a:pt x="896742" y="1109294"/>
                </a:cubicBezTo>
                <a:lnTo>
                  <a:pt x="919819" y="1240149"/>
                </a:lnTo>
                <a:lnTo>
                  <a:pt x="820071" y="1276454"/>
                </a:lnTo>
                <a:lnTo>
                  <a:pt x="753637" y="1161380"/>
                </a:lnTo>
                <a:cubicBezTo>
                  <a:pt x="683991" y="1175721"/>
                  <a:pt x="612153" y="1175721"/>
                  <a:pt x="542507" y="1161380"/>
                </a:cubicBezTo>
                <a:lnTo>
                  <a:pt x="476073" y="1276454"/>
                </a:lnTo>
                <a:lnTo>
                  <a:pt x="376326" y="1240149"/>
                </a:lnTo>
                <a:lnTo>
                  <a:pt x="399403" y="1109294"/>
                </a:lnTo>
                <a:cubicBezTo>
                  <a:pt x="336833" y="1075513"/>
                  <a:pt x="281802" y="1029336"/>
                  <a:pt x="237669" y="973583"/>
                </a:cubicBezTo>
                <a:lnTo>
                  <a:pt x="112809" y="1019032"/>
                </a:lnTo>
                <a:lnTo>
                  <a:pt x="59735" y="927104"/>
                </a:lnTo>
                <a:lnTo>
                  <a:pt x="161524" y="841697"/>
                </a:lnTo>
                <a:cubicBezTo>
                  <a:pt x="135307" y="775599"/>
                  <a:pt x="122832" y="704852"/>
                  <a:pt x="124862" y="633774"/>
                </a:cubicBezTo>
                <a:lnTo>
                  <a:pt x="0" y="588332"/>
                </a:lnTo>
                <a:lnTo>
                  <a:pt x="18432" y="483796"/>
                </a:lnTo>
                <a:lnTo>
                  <a:pt x="151306" y="483799"/>
                </a:lnTo>
                <a:cubicBezTo>
                  <a:pt x="173710" y="416314"/>
                  <a:pt x="209628" y="354100"/>
                  <a:pt x="256871" y="300956"/>
                </a:cubicBezTo>
                <a:lnTo>
                  <a:pt x="190431" y="185886"/>
                </a:lnTo>
                <a:lnTo>
                  <a:pt x="271746" y="117654"/>
                </a:lnTo>
                <a:lnTo>
                  <a:pt x="373531" y="203067"/>
                </a:lnTo>
                <a:cubicBezTo>
                  <a:pt x="434072" y="165770"/>
                  <a:pt x="501577" y="141200"/>
                  <a:pt x="571928" y="130856"/>
                </a:cubicBezTo>
                <a:lnTo>
                  <a:pt x="59499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书写"/>
          <p:cNvSpPr/>
          <p:nvPr userDrawn="1"/>
        </p:nvSpPr>
        <p:spPr>
          <a:xfrm>
            <a:off x="2569875" y="411679"/>
            <a:ext cx="349749" cy="330164"/>
          </a:xfrm>
          <a:custGeom>
            <a:avLst/>
            <a:gdLst/>
            <a:ahLst/>
            <a:cxnLst>
              <a:cxn ang="0">
                <a:pos x="3857" y="672"/>
              </a:cxn>
              <a:cxn ang="0">
                <a:pos x="3675" y="852"/>
              </a:cxn>
              <a:cxn ang="0">
                <a:pos x="3070" y="251"/>
              </a:cxn>
              <a:cxn ang="0">
                <a:pos x="3252" y="70"/>
              </a:cxn>
              <a:cxn ang="0">
                <a:pos x="3486" y="63"/>
              </a:cxn>
              <a:cxn ang="0">
                <a:pos x="3864" y="438"/>
              </a:cxn>
              <a:cxn ang="0">
                <a:pos x="3857" y="672"/>
              </a:cxn>
              <a:cxn ang="0">
                <a:pos x="2252" y="2267"/>
              </a:cxn>
              <a:cxn ang="0">
                <a:pos x="1647" y="1665"/>
              </a:cxn>
              <a:cxn ang="0">
                <a:pos x="2978" y="342"/>
              </a:cxn>
              <a:cxn ang="0">
                <a:pos x="3583" y="944"/>
              </a:cxn>
              <a:cxn ang="0">
                <a:pos x="2252" y="2267"/>
              </a:cxn>
              <a:cxn ang="0">
                <a:pos x="2168" y="2350"/>
              </a:cxn>
              <a:cxn ang="0">
                <a:pos x="1321" y="2591"/>
              </a:cxn>
              <a:cxn ang="0">
                <a:pos x="1563" y="1749"/>
              </a:cxn>
              <a:cxn ang="0">
                <a:pos x="2168" y="2350"/>
              </a:cxn>
              <a:cxn ang="0">
                <a:pos x="770" y="495"/>
              </a:cxn>
              <a:cxn ang="0">
                <a:pos x="392" y="874"/>
              </a:cxn>
              <a:cxn ang="0">
                <a:pos x="392" y="3158"/>
              </a:cxn>
              <a:cxn ang="0">
                <a:pos x="770" y="3536"/>
              </a:cxn>
              <a:cxn ang="0">
                <a:pos x="3055" y="3536"/>
              </a:cxn>
              <a:cxn ang="0">
                <a:pos x="3433" y="3158"/>
              </a:cxn>
              <a:cxn ang="0">
                <a:pos x="3433" y="1657"/>
              </a:cxn>
              <a:cxn ang="0">
                <a:pos x="3824" y="1278"/>
              </a:cxn>
              <a:cxn ang="0">
                <a:pos x="3824" y="3297"/>
              </a:cxn>
              <a:cxn ang="0">
                <a:pos x="3181" y="3928"/>
              </a:cxn>
              <a:cxn ang="0">
                <a:pos x="631" y="3928"/>
              </a:cxn>
              <a:cxn ang="0">
                <a:pos x="0" y="3297"/>
              </a:cxn>
              <a:cxn ang="0">
                <a:pos x="0" y="773"/>
              </a:cxn>
              <a:cxn ang="0">
                <a:pos x="631" y="103"/>
              </a:cxn>
              <a:cxn ang="0">
                <a:pos x="2650" y="103"/>
              </a:cxn>
              <a:cxn ang="0">
                <a:pos x="2271" y="495"/>
              </a:cxn>
              <a:cxn ang="0">
                <a:pos x="770" y="495"/>
              </a:cxn>
            </a:cxnLst>
            <a:rect l="0" t="0" r="0" b="0"/>
            <a:pathLst>
              <a:path w="3927" h="3928">
                <a:moveTo>
                  <a:pt x="3857" y="672"/>
                </a:moveTo>
                <a:cubicBezTo>
                  <a:pt x="3675" y="852"/>
                  <a:pt x="3675" y="852"/>
                  <a:pt x="3675" y="852"/>
                </a:cubicBezTo>
                <a:cubicBezTo>
                  <a:pt x="3070" y="251"/>
                  <a:pt x="3070" y="251"/>
                  <a:pt x="3070" y="251"/>
                </a:cubicBezTo>
                <a:cubicBezTo>
                  <a:pt x="3252" y="70"/>
                  <a:pt x="3252" y="70"/>
                  <a:pt x="3252" y="70"/>
                </a:cubicBezTo>
                <a:cubicBezTo>
                  <a:pt x="3319" y="4"/>
                  <a:pt x="3424" y="0"/>
                  <a:pt x="3486" y="63"/>
                </a:cubicBezTo>
                <a:cubicBezTo>
                  <a:pt x="3864" y="438"/>
                  <a:pt x="3864" y="438"/>
                  <a:pt x="3864" y="438"/>
                </a:cubicBezTo>
                <a:cubicBezTo>
                  <a:pt x="3927" y="501"/>
                  <a:pt x="3924" y="605"/>
                  <a:pt x="3857" y="672"/>
                </a:cubicBezTo>
                <a:close/>
                <a:moveTo>
                  <a:pt x="2252" y="2267"/>
                </a:moveTo>
                <a:cubicBezTo>
                  <a:pt x="1647" y="1665"/>
                  <a:pt x="1647" y="1665"/>
                  <a:pt x="1647" y="1665"/>
                </a:cubicBezTo>
                <a:cubicBezTo>
                  <a:pt x="2978" y="342"/>
                  <a:pt x="2978" y="342"/>
                  <a:pt x="2978" y="342"/>
                </a:cubicBezTo>
                <a:cubicBezTo>
                  <a:pt x="3583" y="944"/>
                  <a:pt x="3583" y="944"/>
                  <a:pt x="3583" y="944"/>
                </a:cubicBezTo>
                <a:lnTo>
                  <a:pt x="2252" y="2267"/>
                </a:lnTo>
                <a:close/>
                <a:moveTo>
                  <a:pt x="2168" y="2350"/>
                </a:moveTo>
                <a:cubicBezTo>
                  <a:pt x="1321" y="2591"/>
                  <a:pt x="1321" y="2591"/>
                  <a:pt x="1321" y="2591"/>
                </a:cubicBezTo>
                <a:cubicBezTo>
                  <a:pt x="1563" y="1749"/>
                  <a:pt x="1563" y="1749"/>
                  <a:pt x="1563" y="1749"/>
                </a:cubicBezTo>
                <a:lnTo>
                  <a:pt x="2168" y="2350"/>
                </a:lnTo>
                <a:close/>
                <a:moveTo>
                  <a:pt x="770" y="495"/>
                </a:moveTo>
                <a:cubicBezTo>
                  <a:pt x="561" y="495"/>
                  <a:pt x="392" y="665"/>
                  <a:pt x="392" y="874"/>
                </a:cubicBezTo>
                <a:cubicBezTo>
                  <a:pt x="392" y="3158"/>
                  <a:pt x="392" y="3158"/>
                  <a:pt x="392" y="3158"/>
                </a:cubicBezTo>
                <a:cubicBezTo>
                  <a:pt x="392" y="3367"/>
                  <a:pt x="561" y="3536"/>
                  <a:pt x="770" y="3536"/>
                </a:cubicBezTo>
                <a:cubicBezTo>
                  <a:pt x="3055" y="3536"/>
                  <a:pt x="3055" y="3536"/>
                  <a:pt x="3055" y="3536"/>
                </a:cubicBezTo>
                <a:cubicBezTo>
                  <a:pt x="3264" y="3536"/>
                  <a:pt x="3433" y="3367"/>
                  <a:pt x="3433" y="3158"/>
                </a:cubicBezTo>
                <a:cubicBezTo>
                  <a:pt x="3433" y="1657"/>
                  <a:pt x="3433" y="1657"/>
                  <a:pt x="3433" y="1657"/>
                </a:cubicBezTo>
                <a:cubicBezTo>
                  <a:pt x="3824" y="1278"/>
                  <a:pt x="3824" y="1278"/>
                  <a:pt x="3824" y="1278"/>
                </a:cubicBezTo>
                <a:cubicBezTo>
                  <a:pt x="3824" y="3297"/>
                  <a:pt x="3824" y="3297"/>
                  <a:pt x="3824" y="3297"/>
                </a:cubicBezTo>
                <a:cubicBezTo>
                  <a:pt x="3824" y="3645"/>
                  <a:pt x="3529" y="3928"/>
                  <a:pt x="3181" y="3928"/>
                </a:cubicBezTo>
                <a:cubicBezTo>
                  <a:pt x="631" y="3928"/>
                  <a:pt x="631" y="3928"/>
                  <a:pt x="631" y="3928"/>
                </a:cubicBezTo>
                <a:cubicBezTo>
                  <a:pt x="283" y="3928"/>
                  <a:pt x="0" y="3645"/>
                  <a:pt x="0" y="3297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425"/>
                  <a:pt x="283" y="103"/>
                  <a:pt x="631" y="103"/>
                </a:cubicBezTo>
                <a:cubicBezTo>
                  <a:pt x="2650" y="103"/>
                  <a:pt x="2650" y="103"/>
                  <a:pt x="2650" y="103"/>
                </a:cubicBezTo>
                <a:cubicBezTo>
                  <a:pt x="2271" y="495"/>
                  <a:pt x="2271" y="495"/>
                  <a:pt x="2271" y="495"/>
                </a:cubicBezTo>
                <a:lnTo>
                  <a:pt x="770" y="495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锁链"/>
          <p:cNvSpPr/>
          <p:nvPr userDrawn="1"/>
        </p:nvSpPr>
        <p:spPr>
          <a:xfrm>
            <a:off x="7202488" y="433737"/>
            <a:ext cx="380568" cy="355568"/>
          </a:xfrm>
          <a:custGeom>
            <a:avLst/>
            <a:gdLst/>
            <a:ahLst/>
            <a:cxnLst>
              <a:cxn ang="0">
                <a:pos x="3234779" y="5158409"/>
              </a:cxn>
              <a:cxn ang="0">
                <a:pos x="4344919" y="6269252"/>
              </a:cxn>
              <a:cxn ang="0">
                <a:pos x="1753345" y="8903750"/>
              </a:cxn>
              <a:cxn ang="0">
                <a:pos x="1753345" y="9654320"/>
              </a:cxn>
              <a:cxn ang="0">
                <a:pos x="1903363" y="9808186"/>
              </a:cxn>
              <a:cxn ang="0">
                <a:pos x="2653457" y="9808186"/>
              </a:cxn>
              <a:cxn ang="0">
                <a:pos x="4209901" y="8250755"/>
              </a:cxn>
              <a:cxn ang="0">
                <a:pos x="5263783" y="7188699"/>
              </a:cxn>
              <a:cxn ang="0">
                <a:pos x="6392675" y="8318306"/>
              </a:cxn>
              <a:cxn ang="0">
                <a:pos x="3786099" y="10934040"/>
              </a:cxn>
              <a:cxn ang="0">
                <a:pos x="774471" y="10934040"/>
              </a:cxn>
              <a:cxn ang="0">
                <a:pos x="624453" y="10783926"/>
              </a:cxn>
              <a:cxn ang="0">
                <a:pos x="624453" y="7774143"/>
              </a:cxn>
              <a:cxn ang="0">
                <a:pos x="3234779" y="5158409"/>
              </a:cxn>
              <a:cxn ang="0">
                <a:pos x="9276495" y="0"/>
              </a:cxn>
              <a:cxn ang="0">
                <a:pos x="10782028" y="622022"/>
              </a:cxn>
              <a:cxn ang="0">
                <a:pos x="10932065" y="772133"/>
              </a:cxn>
              <a:cxn ang="0">
                <a:pos x="10932065" y="3785609"/>
              </a:cxn>
              <a:cxn ang="0">
                <a:pos x="8426439" y="6288709"/>
              </a:cxn>
              <a:cxn ang="0">
                <a:pos x="7297405" y="5159125"/>
              </a:cxn>
              <a:cxn ang="0">
                <a:pos x="9803033" y="2656025"/>
              </a:cxn>
              <a:cxn ang="0">
                <a:pos x="9803033" y="1901718"/>
              </a:cxn>
              <a:cxn ang="0">
                <a:pos x="9652995" y="1751607"/>
              </a:cxn>
              <a:cxn ang="0">
                <a:pos x="8899057" y="1751607"/>
              </a:cxn>
              <a:cxn ang="0">
                <a:pos x="7346169" y="3305255"/>
              </a:cxn>
              <a:cxn ang="0">
                <a:pos x="6389679" y="4247200"/>
              </a:cxn>
              <a:cxn ang="0">
                <a:pos x="5271899" y="3132627"/>
              </a:cxn>
              <a:cxn ang="0">
                <a:pos x="7773775" y="622022"/>
              </a:cxn>
              <a:cxn ang="0">
                <a:pos x="9276495" y="0"/>
              </a:cxn>
            </a:cxnLst>
            <a:rect l="0" t="0" r="0" b="0"/>
            <a:pathLst>
              <a:path w="11556596" h="11558889">
                <a:moveTo>
                  <a:pt x="3234779" y="5158409"/>
                </a:moveTo>
                <a:cubicBezTo>
                  <a:pt x="3234779" y="5158409"/>
                  <a:pt x="3234779" y="5158409"/>
                  <a:pt x="4344919" y="6269252"/>
                </a:cubicBezTo>
                <a:cubicBezTo>
                  <a:pt x="4344919" y="6269252"/>
                  <a:pt x="4344919" y="6269252"/>
                  <a:pt x="1753345" y="8903750"/>
                </a:cubicBezTo>
                <a:cubicBezTo>
                  <a:pt x="1543317" y="9110156"/>
                  <a:pt x="1543317" y="9447913"/>
                  <a:pt x="1753345" y="9654320"/>
                </a:cubicBezTo>
                <a:cubicBezTo>
                  <a:pt x="1753345" y="9654320"/>
                  <a:pt x="1753345" y="9654320"/>
                  <a:pt x="1903363" y="9808186"/>
                </a:cubicBezTo>
                <a:cubicBezTo>
                  <a:pt x="2109639" y="10014592"/>
                  <a:pt x="2447181" y="10014592"/>
                  <a:pt x="2653457" y="9808186"/>
                </a:cubicBezTo>
                <a:cubicBezTo>
                  <a:pt x="2653457" y="9808186"/>
                  <a:pt x="2653457" y="9808186"/>
                  <a:pt x="4209901" y="8250755"/>
                </a:cubicBezTo>
                <a:cubicBezTo>
                  <a:pt x="4209901" y="8250755"/>
                  <a:pt x="4209901" y="8250755"/>
                  <a:pt x="5263783" y="7188699"/>
                </a:cubicBezTo>
                <a:lnTo>
                  <a:pt x="6392675" y="8318306"/>
                </a:lnTo>
                <a:cubicBezTo>
                  <a:pt x="6392675" y="8318306"/>
                  <a:pt x="6392675" y="8318306"/>
                  <a:pt x="3786099" y="10934040"/>
                </a:cubicBezTo>
                <a:cubicBezTo>
                  <a:pt x="2953495" y="11767172"/>
                  <a:pt x="1607075" y="11767172"/>
                  <a:pt x="774471" y="10934040"/>
                </a:cubicBezTo>
                <a:cubicBezTo>
                  <a:pt x="774471" y="10934040"/>
                  <a:pt x="774471" y="10934040"/>
                  <a:pt x="624453" y="10783926"/>
                </a:cubicBezTo>
                <a:cubicBezTo>
                  <a:pt x="-208151" y="9954547"/>
                  <a:pt x="-208151" y="8607275"/>
                  <a:pt x="624453" y="7774143"/>
                </a:cubicBezTo>
                <a:cubicBezTo>
                  <a:pt x="624453" y="7774143"/>
                  <a:pt x="2079635" y="6310533"/>
                  <a:pt x="3234779" y="5158409"/>
                </a:cubicBezTo>
                <a:close/>
                <a:moveTo>
                  <a:pt x="9276495" y="0"/>
                </a:moveTo>
                <a:cubicBezTo>
                  <a:pt x="9820850" y="0"/>
                  <a:pt x="10365673" y="207340"/>
                  <a:pt x="10782028" y="622022"/>
                </a:cubicBezTo>
                <a:cubicBezTo>
                  <a:pt x="10782028" y="622022"/>
                  <a:pt x="10782028" y="622022"/>
                  <a:pt x="10932065" y="772133"/>
                </a:cubicBezTo>
                <a:cubicBezTo>
                  <a:pt x="11764774" y="1605249"/>
                  <a:pt x="11764774" y="2952494"/>
                  <a:pt x="10932065" y="3785609"/>
                </a:cubicBezTo>
                <a:cubicBezTo>
                  <a:pt x="10932065" y="3785609"/>
                  <a:pt x="10932065" y="3785609"/>
                  <a:pt x="8426439" y="6288709"/>
                </a:cubicBezTo>
                <a:cubicBezTo>
                  <a:pt x="8426439" y="6288709"/>
                  <a:pt x="8426439" y="6288709"/>
                  <a:pt x="7297405" y="5159125"/>
                </a:cubicBezTo>
                <a:cubicBezTo>
                  <a:pt x="7297405" y="5159125"/>
                  <a:pt x="7297405" y="5159125"/>
                  <a:pt x="9803033" y="2656025"/>
                </a:cubicBezTo>
                <a:cubicBezTo>
                  <a:pt x="10009335" y="2449622"/>
                  <a:pt x="10009335" y="2111873"/>
                  <a:pt x="9803033" y="1901718"/>
                </a:cubicBezTo>
                <a:cubicBezTo>
                  <a:pt x="9803033" y="1901718"/>
                  <a:pt x="9803033" y="1901718"/>
                  <a:pt x="9652995" y="1751607"/>
                </a:cubicBezTo>
                <a:cubicBezTo>
                  <a:pt x="9446694" y="1545204"/>
                  <a:pt x="9109109" y="1545204"/>
                  <a:pt x="8899057" y="1751607"/>
                </a:cubicBezTo>
                <a:cubicBezTo>
                  <a:pt x="8899057" y="1751607"/>
                  <a:pt x="8899057" y="1751607"/>
                  <a:pt x="7346169" y="3305255"/>
                </a:cubicBezTo>
                <a:cubicBezTo>
                  <a:pt x="7346169" y="3305255"/>
                  <a:pt x="7346169" y="3305255"/>
                  <a:pt x="6389679" y="4247200"/>
                </a:cubicBezTo>
                <a:cubicBezTo>
                  <a:pt x="6389679" y="4247200"/>
                  <a:pt x="6389679" y="4247200"/>
                  <a:pt x="5271899" y="3132627"/>
                </a:cubicBezTo>
                <a:cubicBezTo>
                  <a:pt x="5271899" y="3132627"/>
                  <a:pt x="5271899" y="3132627"/>
                  <a:pt x="7773775" y="622022"/>
                </a:cubicBezTo>
                <a:cubicBezTo>
                  <a:pt x="8188253" y="207340"/>
                  <a:pt x="8732139" y="0"/>
                  <a:pt x="9276495" y="0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cxnSp>
        <p:nvCxnSpPr>
          <p:cNvPr id="13" name="直接连接符 12"/>
          <p:cNvCxnSpPr/>
          <p:nvPr userDrawn="1"/>
        </p:nvCxnSpPr>
        <p:spPr>
          <a:xfrm>
            <a:off x="1843088" y="984251"/>
            <a:ext cx="78644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2387600" y="290407"/>
            <a:ext cx="2175087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关于企业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4743873" y="290407"/>
            <a:ext cx="2149687" cy="614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9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公司优势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7112000" y="295275"/>
            <a:ext cx="2046288" cy="612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产品介绍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7" name="齿轮"/>
          <p:cNvSpPr/>
          <p:nvPr userDrawn="1"/>
        </p:nvSpPr>
        <p:spPr>
          <a:xfrm>
            <a:off x="4818288" y="400887"/>
            <a:ext cx="464912" cy="320272"/>
          </a:xfrm>
          <a:custGeom>
            <a:avLst/>
            <a:gdLst/>
            <a:ahLst/>
            <a:cxnLst>
              <a:cxn ang="0">
                <a:pos x="1355710" y="833245"/>
              </a:cxn>
              <a:cxn ang="0">
                <a:pos x="1907230" y="833245"/>
              </a:cxn>
              <a:cxn ang="0">
                <a:pos x="1596087" y="400771"/>
              </a:cxn>
              <a:cxn ang="0">
                <a:pos x="1682233" y="488008"/>
              </a:cxn>
              <a:cxn ang="0">
                <a:pos x="1882355" y="479207"/>
              </a:cxn>
              <a:cxn ang="0">
                <a:pos x="1892271" y="601408"/>
              </a:cxn>
              <a:cxn ang="0">
                <a:pos x="2051230" y="723302"/>
              </a:cxn>
              <a:cxn ang="0">
                <a:pos x="1980277" y="823287"/>
              </a:cxn>
              <a:cxn ang="0">
                <a:pos x="2023695" y="1018840"/>
              </a:cxn>
              <a:cxn ang="0">
                <a:pos x="1905073" y="1049826"/>
              </a:cxn>
              <a:cxn ang="0">
                <a:pos x="1812635" y="1227537"/>
              </a:cxn>
              <a:cxn ang="0">
                <a:pos x="1701847" y="1175024"/>
              </a:cxn>
              <a:cxn ang="0">
                <a:pos x="1516804" y="1251740"/>
              </a:cxn>
              <a:cxn ang="0">
                <a:pos x="1465691" y="1140300"/>
              </a:cxn>
              <a:cxn ang="0">
                <a:pos x="1274628" y="1080125"/>
              </a:cxn>
              <a:cxn ang="0">
                <a:pos x="1307105" y="961902"/>
              </a:cxn>
              <a:cxn ang="0">
                <a:pos x="1199422" y="792992"/>
              </a:cxn>
              <a:cxn ang="0">
                <a:pos x="1300293" y="723304"/>
              </a:cxn>
              <a:cxn ang="0">
                <a:pos x="1326376" y="524695"/>
              </a:cxn>
              <a:cxn ang="0">
                <a:pos x="1448443" y="536149"/>
              </a:cxn>
              <a:cxn ang="0">
                <a:pos x="1596087" y="400771"/>
              </a:cxn>
              <a:cxn ang="0">
                <a:pos x="234432" y="648711"/>
              </a:cxn>
              <a:cxn ang="0">
                <a:pos x="1061712" y="648711"/>
              </a:cxn>
              <a:cxn ang="0">
                <a:pos x="594998" y="0"/>
              </a:cxn>
              <a:cxn ang="0">
                <a:pos x="724216" y="130856"/>
              </a:cxn>
              <a:cxn ang="0">
                <a:pos x="1024399" y="117654"/>
              </a:cxn>
              <a:cxn ang="0">
                <a:pos x="1039273" y="300956"/>
              </a:cxn>
              <a:cxn ang="0">
                <a:pos x="1277712" y="483796"/>
              </a:cxn>
              <a:cxn ang="0">
                <a:pos x="1171283" y="633774"/>
              </a:cxn>
              <a:cxn ang="0">
                <a:pos x="1236410" y="927104"/>
              </a:cxn>
              <a:cxn ang="0">
                <a:pos x="1058476" y="973583"/>
              </a:cxn>
              <a:cxn ang="0">
                <a:pos x="919819" y="1240149"/>
              </a:cxn>
              <a:cxn ang="0">
                <a:pos x="753637" y="1161380"/>
              </a:cxn>
              <a:cxn ang="0">
                <a:pos x="476073" y="1276454"/>
              </a:cxn>
              <a:cxn ang="0">
                <a:pos x="399403" y="1109294"/>
              </a:cxn>
              <a:cxn ang="0">
                <a:pos x="112809" y="1019032"/>
              </a:cxn>
              <a:cxn ang="0">
                <a:pos x="161524" y="841697"/>
              </a:cxn>
              <a:cxn ang="0">
                <a:pos x="0" y="588332"/>
              </a:cxn>
              <a:cxn ang="0">
                <a:pos x="151306" y="483799"/>
              </a:cxn>
              <a:cxn ang="0">
                <a:pos x="190431" y="185886"/>
              </a:cxn>
              <a:cxn ang="0">
                <a:pos x="373531" y="203067"/>
              </a:cxn>
              <a:cxn ang="0">
                <a:pos x="594998" y="0"/>
              </a:cxn>
            </a:cxnLst>
            <a:rect l="0" t="0" r="0" b="0"/>
            <a:pathLst>
              <a:path w="2063518" h="1276454">
                <a:moveTo>
                  <a:pt x="1631470" y="557485"/>
                </a:moveTo>
                <a:cubicBezTo>
                  <a:pt x="1479172" y="557485"/>
                  <a:pt x="1355710" y="680947"/>
                  <a:pt x="1355710" y="833245"/>
                </a:cubicBezTo>
                <a:cubicBezTo>
                  <a:pt x="1355710" y="985543"/>
                  <a:pt x="1479172" y="1109005"/>
                  <a:pt x="1631470" y="1109005"/>
                </a:cubicBezTo>
                <a:cubicBezTo>
                  <a:pt x="1783768" y="1109005"/>
                  <a:pt x="1907230" y="985543"/>
                  <a:pt x="1907230" y="833245"/>
                </a:cubicBezTo>
                <a:cubicBezTo>
                  <a:pt x="1907230" y="680947"/>
                  <a:pt x="1783768" y="557485"/>
                  <a:pt x="1631470" y="557485"/>
                </a:cubicBezTo>
                <a:close/>
                <a:moveTo>
                  <a:pt x="1596087" y="400771"/>
                </a:moveTo>
                <a:lnTo>
                  <a:pt x="1666853" y="400771"/>
                </a:lnTo>
                <a:lnTo>
                  <a:pt x="1682233" y="488008"/>
                </a:lnTo>
                <a:cubicBezTo>
                  <a:pt x="1729134" y="494904"/>
                  <a:pt x="1774137" y="511284"/>
                  <a:pt x="1814498" y="536149"/>
                </a:cubicBezTo>
                <a:lnTo>
                  <a:pt x="1882355" y="479207"/>
                </a:lnTo>
                <a:lnTo>
                  <a:pt x="1936564" y="524695"/>
                </a:lnTo>
                <a:lnTo>
                  <a:pt x="1892271" y="601408"/>
                </a:lnTo>
                <a:cubicBezTo>
                  <a:pt x="1923766" y="636838"/>
                  <a:pt x="1947711" y="678313"/>
                  <a:pt x="1962647" y="723304"/>
                </a:cubicBezTo>
                <a:lnTo>
                  <a:pt x="2051230" y="723302"/>
                </a:lnTo>
                <a:lnTo>
                  <a:pt x="2063518" y="792992"/>
                </a:lnTo>
                <a:lnTo>
                  <a:pt x="1980277" y="823287"/>
                </a:lnTo>
                <a:cubicBezTo>
                  <a:pt x="1981630" y="870672"/>
                  <a:pt x="1973314" y="917837"/>
                  <a:pt x="1955836" y="961902"/>
                </a:cubicBezTo>
                <a:lnTo>
                  <a:pt x="2023695" y="1018840"/>
                </a:lnTo>
                <a:lnTo>
                  <a:pt x="1988313" y="1080125"/>
                </a:lnTo>
                <a:lnTo>
                  <a:pt x="1905073" y="1049826"/>
                </a:lnTo>
                <a:cubicBezTo>
                  <a:pt x="1875651" y="1086995"/>
                  <a:pt x="1838963" y="1117779"/>
                  <a:pt x="1797250" y="1140300"/>
                </a:cubicBezTo>
                <a:lnTo>
                  <a:pt x="1812635" y="1227537"/>
                </a:lnTo>
                <a:lnTo>
                  <a:pt x="1746136" y="1251740"/>
                </a:lnTo>
                <a:lnTo>
                  <a:pt x="1701847" y="1175024"/>
                </a:lnTo>
                <a:cubicBezTo>
                  <a:pt x="1655416" y="1184585"/>
                  <a:pt x="1607524" y="1184585"/>
                  <a:pt x="1561093" y="1175024"/>
                </a:cubicBezTo>
                <a:lnTo>
                  <a:pt x="1516804" y="1251740"/>
                </a:lnTo>
                <a:lnTo>
                  <a:pt x="1450306" y="1227537"/>
                </a:lnTo>
                <a:lnTo>
                  <a:pt x="1465691" y="1140300"/>
                </a:lnTo>
                <a:cubicBezTo>
                  <a:pt x="1423978" y="1117779"/>
                  <a:pt x="1387290" y="1086995"/>
                  <a:pt x="1357868" y="1049826"/>
                </a:cubicBezTo>
                <a:lnTo>
                  <a:pt x="1274628" y="1080125"/>
                </a:lnTo>
                <a:lnTo>
                  <a:pt x="1239245" y="1018840"/>
                </a:lnTo>
                <a:lnTo>
                  <a:pt x="1307105" y="961902"/>
                </a:lnTo>
                <a:cubicBezTo>
                  <a:pt x="1289627" y="917837"/>
                  <a:pt x="1281310" y="870672"/>
                  <a:pt x="1282663" y="823287"/>
                </a:cubicBezTo>
                <a:lnTo>
                  <a:pt x="1199422" y="792992"/>
                </a:lnTo>
                <a:lnTo>
                  <a:pt x="1211710" y="723302"/>
                </a:lnTo>
                <a:lnTo>
                  <a:pt x="1300293" y="723304"/>
                </a:lnTo>
                <a:cubicBezTo>
                  <a:pt x="1315229" y="678313"/>
                  <a:pt x="1339174" y="636838"/>
                  <a:pt x="1370670" y="601408"/>
                </a:cubicBezTo>
                <a:lnTo>
                  <a:pt x="1326376" y="524695"/>
                </a:lnTo>
                <a:lnTo>
                  <a:pt x="1380586" y="479207"/>
                </a:lnTo>
                <a:lnTo>
                  <a:pt x="1448443" y="536149"/>
                </a:lnTo>
                <a:cubicBezTo>
                  <a:pt x="1488803" y="511284"/>
                  <a:pt x="1533807" y="494905"/>
                  <a:pt x="1580707" y="488008"/>
                </a:cubicBezTo>
                <a:lnTo>
                  <a:pt x="1596087" y="400771"/>
                </a:lnTo>
                <a:close/>
                <a:moveTo>
                  <a:pt x="648072" y="235071"/>
                </a:moveTo>
                <a:cubicBezTo>
                  <a:pt x="419625" y="235071"/>
                  <a:pt x="234432" y="420264"/>
                  <a:pt x="234432" y="648711"/>
                </a:cubicBezTo>
                <a:cubicBezTo>
                  <a:pt x="234432" y="877158"/>
                  <a:pt x="419625" y="1062352"/>
                  <a:pt x="648072" y="1062352"/>
                </a:cubicBezTo>
                <a:cubicBezTo>
                  <a:pt x="876519" y="1062352"/>
                  <a:pt x="1061712" y="877158"/>
                  <a:pt x="1061712" y="648711"/>
                </a:cubicBezTo>
                <a:cubicBezTo>
                  <a:pt x="1061712" y="420264"/>
                  <a:pt x="876519" y="235071"/>
                  <a:pt x="648072" y="235071"/>
                </a:cubicBezTo>
                <a:close/>
                <a:moveTo>
                  <a:pt x="594998" y="0"/>
                </a:moveTo>
                <a:lnTo>
                  <a:pt x="701146" y="0"/>
                </a:lnTo>
                <a:lnTo>
                  <a:pt x="724216" y="130856"/>
                </a:lnTo>
                <a:cubicBezTo>
                  <a:pt x="794567" y="141200"/>
                  <a:pt x="862072" y="165770"/>
                  <a:pt x="922614" y="203067"/>
                </a:cubicBezTo>
                <a:lnTo>
                  <a:pt x="1024399" y="117654"/>
                </a:lnTo>
                <a:lnTo>
                  <a:pt x="1105713" y="185886"/>
                </a:lnTo>
                <a:lnTo>
                  <a:pt x="1039273" y="300956"/>
                </a:lnTo>
                <a:cubicBezTo>
                  <a:pt x="1086516" y="354101"/>
                  <a:pt x="1122434" y="416314"/>
                  <a:pt x="1144837" y="483799"/>
                </a:cubicBezTo>
                <a:lnTo>
                  <a:pt x="1277712" y="483796"/>
                </a:lnTo>
                <a:lnTo>
                  <a:pt x="1296144" y="588332"/>
                </a:lnTo>
                <a:lnTo>
                  <a:pt x="1171283" y="633774"/>
                </a:lnTo>
                <a:cubicBezTo>
                  <a:pt x="1173312" y="704852"/>
                  <a:pt x="1160838" y="775599"/>
                  <a:pt x="1134620" y="841697"/>
                </a:cubicBezTo>
                <a:lnTo>
                  <a:pt x="1236410" y="927104"/>
                </a:lnTo>
                <a:lnTo>
                  <a:pt x="1183336" y="1019032"/>
                </a:lnTo>
                <a:lnTo>
                  <a:pt x="1058476" y="973583"/>
                </a:lnTo>
                <a:cubicBezTo>
                  <a:pt x="1014343" y="1029336"/>
                  <a:pt x="959312" y="1075513"/>
                  <a:pt x="896742" y="1109294"/>
                </a:cubicBezTo>
                <a:lnTo>
                  <a:pt x="919819" y="1240149"/>
                </a:lnTo>
                <a:lnTo>
                  <a:pt x="820071" y="1276454"/>
                </a:lnTo>
                <a:lnTo>
                  <a:pt x="753637" y="1161380"/>
                </a:lnTo>
                <a:cubicBezTo>
                  <a:pt x="683991" y="1175721"/>
                  <a:pt x="612153" y="1175721"/>
                  <a:pt x="542507" y="1161380"/>
                </a:cubicBezTo>
                <a:lnTo>
                  <a:pt x="476073" y="1276454"/>
                </a:lnTo>
                <a:lnTo>
                  <a:pt x="376326" y="1240149"/>
                </a:lnTo>
                <a:lnTo>
                  <a:pt x="399403" y="1109294"/>
                </a:lnTo>
                <a:cubicBezTo>
                  <a:pt x="336833" y="1075513"/>
                  <a:pt x="281802" y="1029336"/>
                  <a:pt x="237669" y="973583"/>
                </a:cubicBezTo>
                <a:lnTo>
                  <a:pt x="112809" y="1019032"/>
                </a:lnTo>
                <a:lnTo>
                  <a:pt x="59735" y="927104"/>
                </a:lnTo>
                <a:lnTo>
                  <a:pt x="161524" y="841697"/>
                </a:lnTo>
                <a:cubicBezTo>
                  <a:pt x="135307" y="775599"/>
                  <a:pt x="122832" y="704852"/>
                  <a:pt x="124862" y="633774"/>
                </a:cubicBezTo>
                <a:lnTo>
                  <a:pt x="0" y="588332"/>
                </a:lnTo>
                <a:lnTo>
                  <a:pt x="18432" y="483796"/>
                </a:lnTo>
                <a:lnTo>
                  <a:pt x="151306" y="483799"/>
                </a:lnTo>
                <a:cubicBezTo>
                  <a:pt x="173710" y="416314"/>
                  <a:pt x="209628" y="354100"/>
                  <a:pt x="256871" y="300956"/>
                </a:cubicBezTo>
                <a:lnTo>
                  <a:pt x="190431" y="185886"/>
                </a:lnTo>
                <a:lnTo>
                  <a:pt x="271746" y="117654"/>
                </a:lnTo>
                <a:lnTo>
                  <a:pt x="373531" y="203067"/>
                </a:lnTo>
                <a:cubicBezTo>
                  <a:pt x="434072" y="165770"/>
                  <a:pt x="501577" y="141200"/>
                  <a:pt x="571928" y="130856"/>
                </a:cubicBezTo>
                <a:lnTo>
                  <a:pt x="59499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18" name="书写"/>
          <p:cNvSpPr/>
          <p:nvPr userDrawn="1"/>
        </p:nvSpPr>
        <p:spPr>
          <a:xfrm>
            <a:off x="2526201" y="425668"/>
            <a:ext cx="362467" cy="339473"/>
          </a:xfrm>
          <a:custGeom>
            <a:avLst/>
            <a:gdLst/>
            <a:ahLst/>
            <a:cxnLst>
              <a:cxn ang="0">
                <a:pos x="3857" y="672"/>
              </a:cxn>
              <a:cxn ang="0">
                <a:pos x="3675" y="852"/>
              </a:cxn>
              <a:cxn ang="0">
                <a:pos x="3070" y="251"/>
              </a:cxn>
              <a:cxn ang="0">
                <a:pos x="3252" y="70"/>
              </a:cxn>
              <a:cxn ang="0">
                <a:pos x="3486" y="63"/>
              </a:cxn>
              <a:cxn ang="0">
                <a:pos x="3864" y="438"/>
              </a:cxn>
              <a:cxn ang="0">
                <a:pos x="3857" y="672"/>
              </a:cxn>
              <a:cxn ang="0">
                <a:pos x="2252" y="2267"/>
              </a:cxn>
              <a:cxn ang="0">
                <a:pos x="1647" y="1665"/>
              </a:cxn>
              <a:cxn ang="0">
                <a:pos x="2978" y="342"/>
              </a:cxn>
              <a:cxn ang="0">
                <a:pos x="3583" y="944"/>
              </a:cxn>
              <a:cxn ang="0">
                <a:pos x="2252" y="2267"/>
              </a:cxn>
              <a:cxn ang="0">
                <a:pos x="2168" y="2350"/>
              </a:cxn>
              <a:cxn ang="0">
                <a:pos x="1321" y="2591"/>
              </a:cxn>
              <a:cxn ang="0">
                <a:pos x="1563" y="1749"/>
              </a:cxn>
              <a:cxn ang="0">
                <a:pos x="2168" y="2350"/>
              </a:cxn>
              <a:cxn ang="0">
                <a:pos x="770" y="495"/>
              </a:cxn>
              <a:cxn ang="0">
                <a:pos x="392" y="874"/>
              </a:cxn>
              <a:cxn ang="0">
                <a:pos x="392" y="3158"/>
              </a:cxn>
              <a:cxn ang="0">
                <a:pos x="770" y="3536"/>
              </a:cxn>
              <a:cxn ang="0">
                <a:pos x="3055" y="3536"/>
              </a:cxn>
              <a:cxn ang="0">
                <a:pos x="3433" y="3158"/>
              </a:cxn>
              <a:cxn ang="0">
                <a:pos x="3433" y="1657"/>
              </a:cxn>
              <a:cxn ang="0">
                <a:pos x="3824" y="1278"/>
              </a:cxn>
              <a:cxn ang="0">
                <a:pos x="3824" y="3297"/>
              </a:cxn>
              <a:cxn ang="0">
                <a:pos x="3181" y="3928"/>
              </a:cxn>
              <a:cxn ang="0">
                <a:pos x="631" y="3928"/>
              </a:cxn>
              <a:cxn ang="0">
                <a:pos x="0" y="3297"/>
              </a:cxn>
              <a:cxn ang="0">
                <a:pos x="0" y="773"/>
              </a:cxn>
              <a:cxn ang="0">
                <a:pos x="631" y="103"/>
              </a:cxn>
              <a:cxn ang="0">
                <a:pos x="2650" y="103"/>
              </a:cxn>
              <a:cxn ang="0">
                <a:pos x="2271" y="495"/>
              </a:cxn>
              <a:cxn ang="0">
                <a:pos x="770" y="495"/>
              </a:cxn>
            </a:cxnLst>
            <a:rect l="0" t="0" r="0" b="0"/>
            <a:pathLst>
              <a:path w="3927" h="3928">
                <a:moveTo>
                  <a:pt x="3857" y="672"/>
                </a:moveTo>
                <a:cubicBezTo>
                  <a:pt x="3675" y="852"/>
                  <a:pt x="3675" y="852"/>
                  <a:pt x="3675" y="852"/>
                </a:cubicBezTo>
                <a:cubicBezTo>
                  <a:pt x="3070" y="251"/>
                  <a:pt x="3070" y="251"/>
                  <a:pt x="3070" y="251"/>
                </a:cubicBezTo>
                <a:cubicBezTo>
                  <a:pt x="3252" y="70"/>
                  <a:pt x="3252" y="70"/>
                  <a:pt x="3252" y="70"/>
                </a:cubicBezTo>
                <a:cubicBezTo>
                  <a:pt x="3319" y="4"/>
                  <a:pt x="3424" y="0"/>
                  <a:pt x="3486" y="63"/>
                </a:cubicBezTo>
                <a:cubicBezTo>
                  <a:pt x="3864" y="438"/>
                  <a:pt x="3864" y="438"/>
                  <a:pt x="3864" y="438"/>
                </a:cubicBezTo>
                <a:cubicBezTo>
                  <a:pt x="3927" y="501"/>
                  <a:pt x="3924" y="605"/>
                  <a:pt x="3857" y="672"/>
                </a:cubicBezTo>
                <a:close/>
                <a:moveTo>
                  <a:pt x="2252" y="2267"/>
                </a:moveTo>
                <a:cubicBezTo>
                  <a:pt x="1647" y="1665"/>
                  <a:pt x="1647" y="1665"/>
                  <a:pt x="1647" y="1665"/>
                </a:cubicBezTo>
                <a:cubicBezTo>
                  <a:pt x="2978" y="342"/>
                  <a:pt x="2978" y="342"/>
                  <a:pt x="2978" y="342"/>
                </a:cubicBezTo>
                <a:cubicBezTo>
                  <a:pt x="3583" y="944"/>
                  <a:pt x="3583" y="944"/>
                  <a:pt x="3583" y="944"/>
                </a:cubicBezTo>
                <a:lnTo>
                  <a:pt x="2252" y="2267"/>
                </a:lnTo>
                <a:close/>
                <a:moveTo>
                  <a:pt x="2168" y="2350"/>
                </a:moveTo>
                <a:cubicBezTo>
                  <a:pt x="1321" y="2591"/>
                  <a:pt x="1321" y="2591"/>
                  <a:pt x="1321" y="2591"/>
                </a:cubicBezTo>
                <a:cubicBezTo>
                  <a:pt x="1563" y="1749"/>
                  <a:pt x="1563" y="1749"/>
                  <a:pt x="1563" y="1749"/>
                </a:cubicBezTo>
                <a:lnTo>
                  <a:pt x="2168" y="2350"/>
                </a:lnTo>
                <a:close/>
                <a:moveTo>
                  <a:pt x="770" y="495"/>
                </a:moveTo>
                <a:cubicBezTo>
                  <a:pt x="561" y="495"/>
                  <a:pt x="392" y="665"/>
                  <a:pt x="392" y="874"/>
                </a:cubicBezTo>
                <a:cubicBezTo>
                  <a:pt x="392" y="3158"/>
                  <a:pt x="392" y="3158"/>
                  <a:pt x="392" y="3158"/>
                </a:cubicBezTo>
                <a:cubicBezTo>
                  <a:pt x="392" y="3367"/>
                  <a:pt x="561" y="3536"/>
                  <a:pt x="770" y="3536"/>
                </a:cubicBezTo>
                <a:cubicBezTo>
                  <a:pt x="3055" y="3536"/>
                  <a:pt x="3055" y="3536"/>
                  <a:pt x="3055" y="3536"/>
                </a:cubicBezTo>
                <a:cubicBezTo>
                  <a:pt x="3264" y="3536"/>
                  <a:pt x="3433" y="3367"/>
                  <a:pt x="3433" y="3158"/>
                </a:cubicBezTo>
                <a:cubicBezTo>
                  <a:pt x="3433" y="1657"/>
                  <a:pt x="3433" y="1657"/>
                  <a:pt x="3433" y="1657"/>
                </a:cubicBezTo>
                <a:cubicBezTo>
                  <a:pt x="3824" y="1278"/>
                  <a:pt x="3824" y="1278"/>
                  <a:pt x="3824" y="1278"/>
                </a:cubicBezTo>
                <a:cubicBezTo>
                  <a:pt x="3824" y="3297"/>
                  <a:pt x="3824" y="3297"/>
                  <a:pt x="3824" y="3297"/>
                </a:cubicBezTo>
                <a:cubicBezTo>
                  <a:pt x="3824" y="3645"/>
                  <a:pt x="3529" y="3928"/>
                  <a:pt x="3181" y="3928"/>
                </a:cubicBezTo>
                <a:cubicBezTo>
                  <a:pt x="631" y="3928"/>
                  <a:pt x="631" y="3928"/>
                  <a:pt x="631" y="3928"/>
                </a:cubicBezTo>
                <a:cubicBezTo>
                  <a:pt x="283" y="3928"/>
                  <a:pt x="0" y="3645"/>
                  <a:pt x="0" y="3297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425"/>
                  <a:pt x="283" y="103"/>
                  <a:pt x="631" y="103"/>
                </a:cubicBezTo>
                <a:cubicBezTo>
                  <a:pt x="2650" y="103"/>
                  <a:pt x="2650" y="103"/>
                  <a:pt x="2650" y="103"/>
                </a:cubicBezTo>
                <a:cubicBezTo>
                  <a:pt x="2271" y="495"/>
                  <a:pt x="2271" y="495"/>
                  <a:pt x="2271" y="495"/>
                </a:cubicBezTo>
                <a:lnTo>
                  <a:pt x="770" y="495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19" name="锁链"/>
          <p:cNvSpPr/>
          <p:nvPr userDrawn="1"/>
        </p:nvSpPr>
        <p:spPr>
          <a:xfrm>
            <a:off x="7189789" y="403700"/>
            <a:ext cx="387344" cy="361899"/>
          </a:xfrm>
          <a:custGeom>
            <a:avLst/>
            <a:gdLst/>
            <a:ahLst/>
            <a:cxnLst>
              <a:cxn ang="0">
                <a:pos x="3234779" y="5158409"/>
              </a:cxn>
              <a:cxn ang="0">
                <a:pos x="4344919" y="6269252"/>
              </a:cxn>
              <a:cxn ang="0">
                <a:pos x="1753345" y="8903750"/>
              </a:cxn>
              <a:cxn ang="0">
                <a:pos x="1753345" y="9654320"/>
              </a:cxn>
              <a:cxn ang="0">
                <a:pos x="1903363" y="9808186"/>
              </a:cxn>
              <a:cxn ang="0">
                <a:pos x="2653457" y="9808186"/>
              </a:cxn>
              <a:cxn ang="0">
                <a:pos x="4209901" y="8250755"/>
              </a:cxn>
              <a:cxn ang="0">
                <a:pos x="5263783" y="7188699"/>
              </a:cxn>
              <a:cxn ang="0">
                <a:pos x="6392675" y="8318306"/>
              </a:cxn>
              <a:cxn ang="0">
                <a:pos x="3786099" y="10934040"/>
              </a:cxn>
              <a:cxn ang="0">
                <a:pos x="774471" y="10934040"/>
              </a:cxn>
              <a:cxn ang="0">
                <a:pos x="624453" y="10783926"/>
              </a:cxn>
              <a:cxn ang="0">
                <a:pos x="624453" y="7774143"/>
              </a:cxn>
              <a:cxn ang="0">
                <a:pos x="3234779" y="5158409"/>
              </a:cxn>
              <a:cxn ang="0">
                <a:pos x="9276495" y="0"/>
              </a:cxn>
              <a:cxn ang="0">
                <a:pos x="10782028" y="622022"/>
              </a:cxn>
              <a:cxn ang="0">
                <a:pos x="10932065" y="772133"/>
              </a:cxn>
              <a:cxn ang="0">
                <a:pos x="10932065" y="3785609"/>
              </a:cxn>
              <a:cxn ang="0">
                <a:pos x="8426439" y="6288709"/>
              </a:cxn>
              <a:cxn ang="0">
                <a:pos x="7297405" y="5159125"/>
              </a:cxn>
              <a:cxn ang="0">
                <a:pos x="9803033" y="2656025"/>
              </a:cxn>
              <a:cxn ang="0">
                <a:pos x="9803033" y="1901718"/>
              </a:cxn>
              <a:cxn ang="0">
                <a:pos x="9652995" y="1751607"/>
              </a:cxn>
              <a:cxn ang="0">
                <a:pos x="8899057" y="1751607"/>
              </a:cxn>
              <a:cxn ang="0">
                <a:pos x="7346169" y="3305255"/>
              </a:cxn>
              <a:cxn ang="0">
                <a:pos x="6389679" y="4247200"/>
              </a:cxn>
              <a:cxn ang="0">
                <a:pos x="5271899" y="3132627"/>
              </a:cxn>
              <a:cxn ang="0">
                <a:pos x="7773775" y="622022"/>
              </a:cxn>
              <a:cxn ang="0">
                <a:pos x="9276495" y="0"/>
              </a:cxn>
            </a:cxnLst>
            <a:rect l="0" t="0" r="0" b="0"/>
            <a:pathLst>
              <a:path w="11556596" h="11558889">
                <a:moveTo>
                  <a:pt x="3234779" y="5158409"/>
                </a:moveTo>
                <a:cubicBezTo>
                  <a:pt x="3234779" y="5158409"/>
                  <a:pt x="3234779" y="5158409"/>
                  <a:pt x="4344919" y="6269252"/>
                </a:cubicBezTo>
                <a:cubicBezTo>
                  <a:pt x="4344919" y="6269252"/>
                  <a:pt x="4344919" y="6269252"/>
                  <a:pt x="1753345" y="8903750"/>
                </a:cubicBezTo>
                <a:cubicBezTo>
                  <a:pt x="1543317" y="9110156"/>
                  <a:pt x="1543317" y="9447913"/>
                  <a:pt x="1753345" y="9654320"/>
                </a:cubicBezTo>
                <a:cubicBezTo>
                  <a:pt x="1753345" y="9654320"/>
                  <a:pt x="1753345" y="9654320"/>
                  <a:pt x="1903363" y="9808186"/>
                </a:cubicBezTo>
                <a:cubicBezTo>
                  <a:pt x="2109639" y="10014592"/>
                  <a:pt x="2447181" y="10014592"/>
                  <a:pt x="2653457" y="9808186"/>
                </a:cubicBezTo>
                <a:cubicBezTo>
                  <a:pt x="2653457" y="9808186"/>
                  <a:pt x="2653457" y="9808186"/>
                  <a:pt x="4209901" y="8250755"/>
                </a:cubicBezTo>
                <a:cubicBezTo>
                  <a:pt x="4209901" y="8250755"/>
                  <a:pt x="4209901" y="8250755"/>
                  <a:pt x="5263783" y="7188699"/>
                </a:cubicBezTo>
                <a:lnTo>
                  <a:pt x="6392675" y="8318306"/>
                </a:lnTo>
                <a:cubicBezTo>
                  <a:pt x="6392675" y="8318306"/>
                  <a:pt x="6392675" y="8318306"/>
                  <a:pt x="3786099" y="10934040"/>
                </a:cubicBezTo>
                <a:cubicBezTo>
                  <a:pt x="2953495" y="11767172"/>
                  <a:pt x="1607075" y="11767172"/>
                  <a:pt x="774471" y="10934040"/>
                </a:cubicBezTo>
                <a:cubicBezTo>
                  <a:pt x="774471" y="10934040"/>
                  <a:pt x="774471" y="10934040"/>
                  <a:pt x="624453" y="10783926"/>
                </a:cubicBezTo>
                <a:cubicBezTo>
                  <a:pt x="-208151" y="9954547"/>
                  <a:pt x="-208151" y="8607275"/>
                  <a:pt x="624453" y="7774143"/>
                </a:cubicBezTo>
                <a:cubicBezTo>
                  <a:pt x="624453" y="7774143"/>
                  <a:pt x="2079635" y="6310533"/>
                  <a:pt x="3234779" y="5158409"/>
                </a:cubicBezTo>
                <a:close/>
                <a:moveTo>
                  <a:pt x="9276495" y="0"/>
                </a:moveTo>
                <a:cubicBezTo>
                  <a:pt x="9820850" y="0"/>
                  <a:pt x="10365673" y="207340"/>
                  <a:pt x="10782028" y="622022"/>
                </a:cubicBezTo>
                <a:cubicBezTo>
                  <a:pt x="10782028" y="622022"/>
                  <a:pt x="10782028" y="622022"/>
                  <a:pt x="10932065" y="772133"/>
                </a:cubicBezTo>
                <a:cubicBezTo>
                  <a:pt x="11764774" y="1605249"/>
                  <a:pt x="11764774" y="2952494"/>
                  <a:pt x="10932065" y="3785609"/>
                </a:cubicBezTo>
                <a:cubicBezTo>
                  <a:pt x="10932065" y="3785609"/>
                  <a:pt x="10932065" y="3785609"/>
                  <a:pt x="8426439" y="6288709"/>
                </a:cubicBezTo>
                <a:cubicBezTo>
                  <a:pt x="8426439" y="6288709"/>
                  <a:pt x="8426439" y="6288709"/>
                  <a:pt x="7297405" y="5159125"/>
                </a:cubicBezTo>
                <a:cubicBezTo>
                  <a:pt x="7297405" y="5159125"/>
                  <a:pt x="7297405" y="5159125"/>
                  <a:pt x="9803033" y="2656025"/>
                </a:cubicBezTo>
                <a:cubicBezTo>
                  <a:pt x="10009335" y="2449622"/>
                  <a:pt x="10009335" y="2111873"/>
                  <a:pt x="9803033" y="1901718"/>
                </a:cubicBezTo>
                <a:cubicBezTo>
                  <a:pt x="9803033" y="1901718"/>
                  <a:pt x="9803033" y="1901718"/>
                  <a:pt x="9652995" y="1751607"/>
                </a:cubicBezTo>
                <a:cubicBezTo>
                  <a:pt x="9446694" y="1545204"/>
                  <a:pt x="9109109" y="1545204"/>
                  <a:pt x="8899057" y="1751607"/>
                </a:cubicBezTo>
                <a:cubicBezTo>
                  <a:pt x="8899057" y="1751607"/>
                  <a:pt x="8899057" y="1751607"/>
                  <a:pt x="7346169" y="3305255"/>
                </a:cubicBezTo>
                <a:cubicBezTo>
                  <a:pt x="7346169" y="3305255"/>
                  <a:pt x="7346169" y="3305255"/>
                  <a:pt x="6389679" y="4247200"/>
                </a:cubicBezTo>
                <a:cubicBezTo>
                  <a:pt x="6389679" y="4247200"/>
                  <a:pt x="6389679" y="4247200"/>
                  <a:pt x="5271899" y="3132627"/>
                </a:cubicBezTo>
                <a:cubicBezTo>
                  <a:pt x="5271899" y="3132627"/>
                  <a:pt x="5271899" y="3132627"/>
                  <a:pt x="7773775" y="622022"/>
                </a:cubicBezTo>
                <a:cubicBezTo>
                  <a:pt x="8188253" y="207340"/>
                  <a:pt x="8732139" y="0"/>
                  <a:pt x="9276495" y="0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6" name="矩形 5"/>
          <p:cNvSpPr/>
          <p:nvPr userDrawn="1"/>
        </p:nvSpPr>
        <p:spPr>
          <a:xfrm>
            <a:off x="2468880" y="277707"/>
            <a:ext cx="2128520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关于企业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7129780" y="281093"/>
            <a:ext cx="2139527" cy="614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9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产品介绍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8" name="书写"/>
          <p:cNvSpPr/>
          <p:nvPr userDrawn="1"/>
        </p:nvSpPr>
        <p:spPr>
          <a:xfrm>
            <a:off x="2580323" y="411128"/>
            <a:ext cx="360368" cy="338747"/>
          </a:xfrm>
          <a:custGeom>
            <a:avLst/>
            <a:gdLst/>
            <a:ahLst/>
            <a:cxnLst>
              <a:cxn ang="0">
                <a:pos x="3857" y="672"/>
              </a:cxn>
              <a:cxn ang="0">
                <a:pos x="3675" y="852"/>
              </a:cxn>
              <a:cxn ang="0">
                <a:pos x="3070" y="251"/>
              </a:cxn>
              <a:cxn ang="0">
                <a:pos x="3252" y="70"/>
              </a:cxn>
              <a:cxn ang="0">
                <a:pos x="3486" y="63"/>
              </a:cxn>
              <a:cxn ang="0">
                <a:pos x="3864" y="438"/>
              </a:cxn>
              <a:cxn ang="0">
                <a:pos x="3857" y="672"/>
              </a:cxn>
              <a:cxn ang="0">
                <a:pos x="2252" y="2267"/>
              </a:cxn>
              <a:cxn ang="0">
                <a:pos x="1647" y="1665"/>
              </a:cxn>
              <a:cxn ang="0">
                <a:pos x="2978" y="342"/>
              </a:cxn>
              <a:cxn ang="0">
                <a:pos x="3583" y="944"/>
              </a:cxn>
              <a:cxn ang="0">
                <a:pos x="2252" y="2267"/>
              </a:cxn>
              <a:cxn ang="0">
                <a:pos x="2168" y="2350"/>
              </a:cxn>
              <a:cxn ang="0">
                <a:pos x="1321" y="2591"/>
              </a:cxn>
              <a:cxn ang="0">
                <a:pos x="1563" y="1749"/>
              </a:cxn>
              <a:cxn ang="0">
                <a:pos x="2168" y="2350"/>
              </a:cxn>
              <a:cxn ang="0">
                <a:pos x="770" y="495"/>
              </a:cxn>
              <a:cxn ang="0">
                <a:pos x="392" y="874"/>
              </a:cxn>
              <a:cxn ang="0">
                <a:pos x="392" y="3158"/>
              </a:cxn>
              <a:cxn ang="0">
                <a:pos x="770" y="3536"/>
              </a:cxn>
              <a:cxn ang="0">
                <a:pos x="3055" y="3536"/>
              </a:cxn>
              <a:cxn ang="0">
                <a:pos x="3433" y="3158"/>
              </a:cxn>
              <a:cxn ang="0">
                <a:pos x="3433" y="1657"/>
              </a:cxn>
              <a:cxn ang="0">
                <a:pos x="3824" y="1278"/>
              </a:cxn>
              <a:cxn ang="0">
                <a:pos x="3824" y="3297"/>
              </a:cxn>
              <a:cxn ang="0">
                <a:pos x="3181" y="3928"/>
              </a:cxn>
              <a:cxn ang="0">
                <a:pos x="631" y="3928"/>
              </a:cxn>
              <a:cxn ang="0">
                <a:pos x="0" y="3297"/>
              </a:cxn>
              <a:cxn ang="0">
                <a:pos x="0" y="773"/>
              </a:cxn>
              <a:cxn ang="0">
                <a:pos x="631" y="103"/>
              </a:cxn>
              <a:cxn ang="0">
                <a:pos x="2650" y="103"/>
              </a:cxn>
              <a:cxn ang="0">
                <a:pos x="2271" y="495"/>
              </a:cxn>
              <a:cxn ang="0">
                <a:pos x="770" y="495"/>
              </a:cxn>
            </a:cxnLst>
            <a:rect l="0" t="0" r="0" b="0"/>
            <a:pathLst>
              <a:path w="3927" h="3928">
                <a:moveTo>
                  <a:pt x="3857" y="672"/>
                </a:moveTo>
                <a:cubicBezTo>
                  <a:pt x="3675" y="852"/>
                  <a:pt x="3675" y="852"/>
                  <a:pt x="3675" y="852"/>
                </a:cubicBezTo>
                <a:cubicBezTo>
                  <a:pt x="3070" y="251"/>
                  <a:pt x="3070" y="251"/>
                  <a:pt x="3070" y="251"/>
                </a:cubicBezTo>
                <a:cubicBezTo>
                  <a:pt x="3252" y="70"/>
                  <a:pt x="3252" y="70"/>
                  <a:pt x="3252" y="70"/>
                </a:cubicBezTo>
                <a:cubicBezTo>
                  <a:pt x="3319" y="4"/>
                  <a:pt x="3424" y="0"/>
                  <a:pt x="3486" y="63"/>
                </a:cubicBezTo>
                <a:cubicBezTo>
                  <a:pt x="3864" y="438"/>
                  <a:pt x="3864" y="438"/>
                  <a:pt x="3864" y="438"/>
                </a:cubicBezTo>
                <a:cubicBezTo>
                  <a:pt x="3927" y="501"/>
                  <a:pt x="3924" y="605"/>
                  <a:pt x="3857" y="672"/>
                </a:cubicBezTo>
                <a:close/>
                <a:moveTo>
                  <a:pt x="2252" y="2267"/>
                </a:moveTo>
                <a:cubicBezTo>
                  <a:pt x="1647" y="1665"/>
                  <a:pt x="1647" y="1665"/>
                  <a:pt x="1647" y="1665"/>
                </a:cubicBezTo>
                <a:cubicBezTo>
                  <a:pt x="2978" y="342"/>
                  <a:pt x="2978" y="342"/>
                  <a:pt x="2978" y="342"/>
                </a:cubicBezTo>
                <a:cubicBezTo>
                  <a:pt x="3583" y="944"/>
                  <a:pt x="3583" y="944"/>
                  <a:pt x="3583" y="944"/>
                </a:cubicBezTo>
                <a:lnTo>
                  <a:pt x="2252" y="2267"/>
                </a:lnTo>
                <a:close/>
                <a:moveTo>
                  <a:pt x="2168" y="2350"/>
                </a:moveTo>
                <a:cubicBezTo>
                  <a:pt x="1321" y="2591"/>
                  <a:pt x="1321" y="2591"/>
                  <a:pt x="1321" y="2591"/>
                </a:cubicBezTo>
                <a:cubicBezTo>
                  <a:pt x="1563" y="1749"/>
                  <a:pt x="1563" y="1749"/>
                  <a:pt x="1563" y="1749"/>
                </a:cubicBezTo>
                <a:lnTo>
                  <a:pt x="2168" y="2350"/>
                </a:lnTo>
                <a:close/>
                <a:moveTo>
                  <a:pt x="770" y="495"/>
                </a:moveTo>
                <a:cubicBezTo>
                  <a:pt x="561" y="495"/>
                  <a:pt x="392" y="665"/>
                  <a:pt x="392" y="874"/>
                </a:cubicBezTo>
                <a:cubicBezTo>
                  <a:pt x="392" y="3158"/>
                  <a:pt x="392" y="3158"/>
                  <a:pt x="392" y="3158"/>
                </a:cubicBezTo>
                <a:cubicBezTo>
                  <a:pt x="392" y="3367"/>
                  <a:pt x="561" y="3536"/>
                  <a:pt x="770" y="3536"/>
                </a:cubicBezTo>
                <a:cubicBezTo>
                  <a:pt x="3055" y="3536"/>
                  <a:pt x="3055" y="3536"/>
                  <a:pt x="3055" y="3536"/>
                </a:cubicBezTo>
                <a:cubicBezTo>
                  <a:pt x="3264" y="3536"/>
                  <a:pt x="3433" y="3367"/>
                  <a:pt x="3433" y="3158"/>
                </a:cubicBezTo>
                <a:cubicBezTo>
                  <a:pt x="3433" y="1657"/>
                  <a:pt x="3433" y="1657"/>
                  <a:pt x="3433" y="1657"/>
                </a:cubicBezTo>
                <a:cubicBezTo>
                  <a:pt x="3824" y="1278"/>
                  <a:pt x="3824" y="1278"/>
                  <a:pt x="3824" y="1278"/>
                </a:cubicBezTo>
                <a:cubicBezTo>
                  <a:pt x="3824" y="3297"/>
                  <a:pt x="3824" y="3297"/>
                  <a:pt x="3824" y="3297"/>
                </a:cubicBezTo>
                <a:cubicBezTo>
                  <a:pt x="3824" y="3645"/>
                  <a:pt x="3529" y="3928"/>
                  <a:pt x="3181" y="3928"/>
                </a:cubicBezTo>
                <a:cubicBezTo>
                  <a:pt x="631" y="3928"/>
                  <a:pt x="631" y="3928"/>
                  <a:pt x="631" y="3928"/>
                </a:cubicBezTo>
                <a:cubicBezTo>
                  <a:pt x="283" y="3928"/>
                  <a:pt x="0" y="3645"/>
                  <a:pt x="0" y="3297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425"/>
                  <a:pt x="283" y="103"/>
                  <a:pt x="631" y="103"/>
                </a:cubicBezTo>
                <a:cubicBezTo>
                  <a:pt x="2650" y="103"/>
                  <a:pt x="2650" y="103"/>
                  <a:pt x="2650" y="103"/>
                </a:cubicBezTo>
                <a:cubicBezTo>
                  <a:pt x="2271" y="495"/>
                  <a:pt x="2271" y="495"/>
                  <a:pt x="2271" y="495"/>
                </a:cubicBezTo>
                <a:lnTo>
                  <a:pt x="770" y="495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9" name="锁链"/>
          <p:cNvSpPr/>
          <p:nvPr userDrawn="1"/>
        </p:nvSpPr>
        <p:spPr>
          <a:xfrm>
            <a:off x="7250324" y="422135"/>
            <a:ext cx="364103" cy="340184"/>
          </a:xfrm>
          <a:custGeom>
            <a:avLst/>
            <a:gdLst/>
            <a:ahLst/>
            <a:cxnLst>
              <a:cxn ang="0">
                <a:pos x="3234779" y="5158409"/>
              </a:cxn>
              <a:cxn ang="0">
                <a:pos x="4344919" y="6269252"/>
              </a:cxn>
              <a:cxn ang="0">
                <a:pos x="1753345" y="8903750"/>
              </a:cxn>
              <a:cxn ang="0">
                <a:pos x="1753345" y="9654320"/>
              </a:cxn>
              <a:cxn ang="0">
                <a:pos x="1903363" y="9808186"/>
              </a:cxn>
              <a:cxn ang="0">
                <a:pos x="2653457" y="9808186"/>
              </a:cxn>
              <a:cxn ang="0">
                <a:pos x="4209901" y="8250755"/>
              </a:cxn>
              <a:cxn ang="0">
                <a:pos x="5263783" y="7188699"/>
              </a:cxn>
              <a:cxn ang="0">
                <a:pos x="6392675" y="8318306"/>
              </a:cxn>
              <a:cxn ang="0">
                <a:pos x="3786099" y="10934040"/>
              </a:cxn>
              <a:cxn ang="0">
                <a:pos x="774471" y="10934040"/>
              </a:cxn>
              <a:cxn ang="0">
                <a:pos x="624453" y="10783926"/>
              </a:cxn>
              <a:cxn ang="0">
                <a:pos x="624453" y="7774143"/>
              </a:cxn>
              <a:cxn ang="0">
                <a:pos x="3234779" y="5158409"/>
              </a:cxn>
              <a:cxn ang="0">
                <a:pos x="9276495" y="0"/>
              </a:cxn>
              <a:cxn ang="0">
                <a:pos x="10782028" y="622022"/>
              </a:cxn>
              <a:cxn ang="0">
                <a:pos x="10932065" y="772133"/>
              </a:cxn>
              <a:cxn ang="0">
                <a:pos x="10932065" y="3785609"/>
              </a:cxn>
              <a:cxn ang="0">
                <a:pos x="8426439" y="6288709"/>
              </a:cxn>
              <a:cxn ang="0">
                <a:pos x="7297405" y="5159125"/>
              </a:cxn>
              <a:cxn ang="0">
                <a:pos x="9803033" y="2656025"/>
              </a:cxn>
              <a:cxn ang="0">
                <a:pos x="9803033" y="1901718"/>
              </a:cxn>
              <a:cxn ang="0">
                <a:pos x="9652995" y="1751607"/>
              </a:cxn>
              <a:cxn ang="0">
                <a:pos x="8899057" y="1751607"/>
              </a:cxn>
              <a:cxn ang="0">
                <a:pos x="7346169" y="3305255"/>
              </a:cxn>
              <a:cxn ang="0">
                <a:pos x="6389679" y="4247200"/>
              </a:cxn>
              <a:cxn ang="0">
                <a:pos x="5271899" y="3132627"/>
              </a:cxn>
              <a:cxn ang="0">
                <a:pos x="7773775" y="622022"/>
              </a:cxn>
              <a:cxn ang="0">
                <a:pos x="9276495" y="0"/>
              </a:cxn>
            </a:cxnLst>
            <a:rect l="0" t="0" r="0" b="0"/>
            <a:pathLst>
              <a:path w="11556596" h="11558889">
                <a:moveTo>
                  <a:pt x="3234779" y="5158409"/>
                </a:moveTo>
                <a:cubicBezTo>
                  <a:pt x="3234779" y="5158409"/>
                  <a:pt x="3234779" y="5158409"/>
                  <a:pt x="4344919" y="6269252"/>
                </a:cubicBezTo>
                <a:cubicBezTo>
                  <a:pt x="4344919" y="6269252"/>
                  <a:pt x="4344919" y="6269252"/>
                  <a:pt x="1753345" y="8903750"/>
                </a:cubicBezTo>
                <a:cubicBezTo>
                  <a:pt x="1543317" y="9110156"/>
                  <a:pt x="1543317" y="9447913"/>
                  <a:pt x="1753345" y="9654320"/>
                </a:cubicBezTo>
                <a:cubicBezTo>
                  <a:pt x="1753345" y="9654320"/>
                  <a:pt x="1753345" y="9654320"/>
                  <a:pt x="1903363" y="9808186"/>
                </a:cubicBezTo>
                <a:cubicBezTo>
                  <a:pt x="2109639" y="10014592"/>
                  <a:pt x="2447181" y="10014592"/>
                  <a:pt x="2653457" y="9808186"/>
                </a:cubicBezTo>
                <a:cubicBezTo>
                  <a:pt x="2653457" y="9808186"/>
                  <a:pt x="2653457" y="9808186"/>
                  <a:pt x="4209901" y="8250755"/>
                </a:cubicBezTo>
                <a:cubicBezTo>
                  <a:pt x="4209901" y="8250755"/>
                  <a:pt x="4209901" y="8250755"/>
                  <a:pt x="5263783" y="7188699"/>
                </a:cubicBezTo>
                <a:lnTo>
                  <a:pt x="6392675" y="8318306"/>
                </a:lnTo>
                <a:cubicBezTo>
                  <a:pt x="6392675" y="8318306"/>
                  <a:pt x="6392675" y="8318306"/>
                  <a:pt x="3786099" y="10934040"/>
                </a:cubicBezTo>
                <a:cubicBezTo>
                  <a:pt x="2953495" y="11767172"/>
                  <a:pt x="1607075" y="11767172"/>
                  <a:pt x="774471" y="10934040"/>
                </a:cubicBezTo>
                <a:cubicBezTo>
                  <a:pt x="774471" y="10934040"/>
                  <a:pt x="774471" y="10934040"/>
                  <a:pt x="624453" y="10783926"/>
                </a:cubicBezTo>
                <a:cubicBezTo>
                  <a:pt x="-208151" y="9954547"/>
                  <a:pt x="-208151" y="8607275"/>
                  <a:pt x="624453" y="7774143"/>
                </a:cubicBezTo>
                <a:cubicBezTo>
                  <a:pt x="624453" y="7774143"/>
                  <a:pt x="2079635" y="6310533"/>
                  <a:pt x="3234779" y="5158409"/>
                </a:cubicBezTo>
                <a:close/>
                <a:moveTo>
                  <a:pt x="9276495" y="0"/>
                </a:moveTo>
                <a:cubicBezTo>
                  <a:pt x="9820850" y="0"/>
                  <a:pt x="10365673" y="207340"/>
                  <a:pt x="10782028" y="622022"/>
                </a:cubicBezTo>
                <a:cubicBezTo>
                  <a:pt x="10782028" y="622022"/>
                  <a:pt x="10782028" y="622022"/>
                  <a:pt x="10932065" y="772133"/>
                </a:cubicBezTo>
                <a:cubicBezTo>
                  <a:pt x="11764774" y="1605249"/>
                  <a:pt x="11764774" y="2952494"/>
                  <a:pt x="10932065" y="3785609"/>
                </a:cubicBezTo>
                <a:cubicBezTo>
                  <a:pt x="10932065" y="3785609"/>
                  <a:pt x="10932065" y="3785609"/>
                  <a:pt x="8426439" y="6288709"/>
                </a:cubicBezTo>
                <a:cubicBezTo>
                  <a:pt x="8426439" y="6288709"/>
                  <a:pt x="8426439" y="6288709"/>
                  <a:pt x="7297405" y="5159125"/>
                </a:cubicBezTo>
                <a:cubicBezTo>
                  <a:pt x="7297405" y="5159125"/>
                  <a:pt x="7297405" y="5159125"/>
                  <a:pt x="9803033" y="2656025"/>
                </a:cubicBezTo>
                <a:cubicBezTo>
                  <a:pt x="10009335" y="2449622"/>
                  <a:pt x="10009335" y="2111873"/>
                  <a:pt x="9803033" y="1901718"/>
                </a:cubicBezTo>
                <a:cubicBezTo>
                  <a:pt x="9803033" y="1901718"/>
                  <a:pt x="9803033" y="1901718"/>
                  <a:pt x="9652995" y="1751607"/>
                </a:cubicBezTo>
                <a:cubicBezTo>
                  <a:pt x="9446694" y="1545204"/>
                  <a:pt x="9109109" y="1545204"/>
                  <a:pt x="8899057" y="1751607"/>
                </a:cubicBezTo>
                <a:cubicBezTo>
                  <a:pt x="8899057" y="1751607"/>
                  <a:pt x="8899057" y="1751607"/>
                  <a:pt x="7346169" y="3305255"/>
                </a:cubicBezTo>
                <a:cubicBezTo>
                  <a:pt x="7346169" y="3305255"/>
                  <a:pt x="7346169" y="3305255"/>
                  <a:pt x="6389679" y="4247200"/>
                </a:cubicBezTo>
                <a:cubicBezTo>
                  <a:pt x="6389679" y="4247200"/>
                  <a:pt x="6389679" y="4247200"/>
                  <a:pt x="5271899" y="3132627"/>
                </a:cubicBezTo>
                <a:cubicBezTo>
                  <a:pt x="5271899" y="3132627"/>
                  <a:pt x="5271899" y="3132627"/>
                  <a:pt x="7773775" y="622022"/>
                </a:cubicBezTo>
                <a:cubicBezTo>
                  <a:pt x="8188253" y="207340"/>
                  <a:pt x="8732139" y="0"/>
                  <a:pt x="9276495" y="0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cxnSp>
        <p:nvCxnSpPr>
          <p:cNvPr id="10" name="直接连接符 4"/>
          <p:cNvCxnSpPr/>
          <p:nvPr userDrawn="1"/>
        </p:nvCxnSpPr>
        <p:spPr>
          <a:xfrm>
            <a:off x="1963737" y="963613"/>
            <a:ext cx="78644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/>
        </p:nvSpPr>
        <p:spPr>
          <a:xfrm>
            <a:off x="4756573" y="277707"/>
            <a:ext cx="2222500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公司优势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2" name="齿轮"/>
          <p:cNvSpPr/>
          <p:nvPr userDrawn="1"/>
        </p:nvSpPr>
        <p:spPr>
          <a:xfrm>
            <a:off x="4814464" y="374721"/>
            <a:ext cx="510017" cy="338747"/>
          </a:xfrm>
          <a:custGeom>
            <a:avLst/>
            <a:gdLst/>
            <a:ahLst/>
            <a:cxnLst>
              <a:cxn ang="0">
                <a:pos x="1355710" y="833245"/>
              </a:cxn>
              <a:cxn ang="0">
                <a:pos x="1907230" y="833245"/>
              </a:cxn>
              <a:cxn ang="0">
                <a:pos x="1596087" y="400771"/>
              </a:cxn>
              <a:cxn ang="0">
                <a:pos x="1682233" y="488008"/>
              </a:cxn>
              <a:cxn ang="0">
                <a:pos x="1882355" y="479207"/>
              </a:cxn>
              <a:cxn ang="0">
                <a:pos x="1892271" y="601408"/>
              </a:cxn>
              <a:cxn ang="0">
                <a:pos x="2051230" y="723302"/>
              </a:cxn>
              <a:cxn ang="0">
                <a:pos x="1980277" y="823287"/>
              </a:cxn>
              <a:cxn ang="0">
                <a:pos x="2023695" y="1018840"/>
              </a:cxn>
              <a:cxn ang="0">
                <a:pos x="1905073" y="1049826"/>
              </a:cxn>
              <a:cxn ang="0">
                <a:pos x="1812635" y="1227537"/>
              </a:cxn>
              <a:cxn ang="0">
                <a:pos x="1701847" y="1175024"/>
              </a:cxn>
              <a:cxn ang="0">
                <a:pos x="1516804" y="1251740"/>
              </a:cxn>
              <a:cxn ang="0">
                <a:pos x="1465691" y="1140300"/>
              </a:cxn>
              <a:cxn ang="0">
                <a:pos x="1274628" y="1080125"/>
              </a:cxn>
              <a:cxn ang="0">
                <a:pos x="1307105" y="961902"/>
              </a:cxn>
              <a:cxn ang="0">
                <a:pos x="1199422" y="792992"/>
              </a:cxn>
              <a:cxn ang="0">
                <a:pos x="1300293" y="723304"/>
              </a:cxn>
              <a:cxn ang="0">
                <a:pos x="1326376" y="524695"/>
              </a:cxn>
              <a:cxn ang="0">
                <a:pos x="1448443" y="536149"/>
              </a:cxn>
              <a:cxn ang="0">
                <a:pos x="1596087" y="400771"/>
              </a:cxn>
              <a:cxn ang="0">
                <a:pos x="234432" y="648711"/>
              </a:cxn>
              <a:cxn ang="0">
                <a:pos x="1061712" y="648711"/>
              </a:cxn>
              <a:cxn ang="0">
                <a:pos x="594998" y="0"/>
              </a:cxn>
              <a:cxn ang="0">
                <a:pos x="724216" y="130856"/>
              </a:cxn>
              <a:cxn ang="0">
                <a:pos x="1024399" y="117654"/>
              </a:cxn>
              <a:cxn ang="0">
                <a:pos x="1039273" y="300956"/>
              </a:cxn>
              <a:cxn ang="0">
                <a:pos x="1277712" y="483796"/>
              </a:cxn>
              <a:cxn ang="0">
                <a:pos x="1171283" y="633774"/>
              </a:cxn>
              <a:cxn ang="0">
                <a:pos x="1236410" y="927104"/>
              </a:cxn>
              <a:cxn ang="0">
                <a:pos x="1058476" y="973583"/>
              </a:cxn>
              <a:cxn ang="0">
                <a:pos x="919819" y="1240149"/>
              </a:cxn>
              <a:cxn ang="0">
                <a:pos x="753637" y="1161380"/>
              </a:cxn>
              <a:cxn ang="0">
                <a:pos x="476073" y="1276454"/>
              </a:cxn>
              <a:cxn ang="0">
                <a:pos x="399403" y="1109294"/>
              </a:cxn>
              <a:cxn ang="0">
                <a:pos x="112809" y="1019032"/>
              </a:cxn>
              <a:cxn ang="0">
                <a:pos x="161524" y="841697"/>
              </a:cxn>
              <a:cxn ang="0">
                <a:pos x="0" y="588332"/>
              </a:cxn>
              <a:cxn ang="0">
                <a:pos x="151306" y="483799"/>
              </a:cxn>
              <a:cxn ang="0">
                <a:pos x="190431" y="185886"/>
              </a:cxn>
              <a:cxn ang="0">
                <a:pos x="373531" y="203067"/>
              </a:cxn>
              <a:cxn ang="0">
                <a:pos x="594998" y="0"/>
              </a:cxn>
            </a:cxnLst>
            <a:rect l="0" t="0" r="0" b="0"/>
            <a:pathLst>
              <a:path w="2063518" h="1276454">
                <a:moveTo>
                  <a:pt x="1631470" y="557485"/>
                </a:moveTo>
                <a:cubicBezTo>
                  <a:pt x="1479172" y="557485"/>
                  <a:pt x="1355710" y="680947"/>
                  <a:pt x="1355710" y="833245"/>
                </a:cubicBezTo>
                <a:cubicBezTo>
                  <a:pt x="1355710" y="985543"/>
                  <a:pt x="1479172" y="1109005"/>
                  <a:pt x="1631470" y="1109005"/>
                </a:cubicBezTo>
                <a:cubicBezTo>
                  <a:pt x="1783768" y="1109005"/>
                  <a:pt x="1907230" y="985543"/>
                  <a:pt x="1907230" y="833245"/>
                </a:cubicBezTo>
                <a:cubicBezTo>
                  <a:pt x="1907230" y="680947"/>
                  <a:pt x="1783768" y="557485"/>
                  <a:pt x="1631470" y="557485"/>
                </a:cubicBezTo>
                <a:close/>
                <a:moveTo>
                  <a:pt x="1596087" y="400771"/>
                </a:moveTo>
                <a:lnTo>
                  <a:pt x="1666853" y="400771"/>
                </a:lnTo>
                <a:lnTo>
                  <a:pt x="1682233" y="488008"/>
                </a:lnTo>
                <a:cubicBezTo>
                  <a:pt x="1729134" y="494904"/>
                  <a:pt x="1774137" y="511284"/>
                  <a:pt x="1814498" y="536149"/>
                </a:cubicBezTo>
                <a:lnTo>
                  <a:pt x="1882355" y="479207"/>
                </a:lnTo>
                <a:lnTo>
                  <a:pt x="1936564" y="524695"/>
                </a:lnTo>
                <a:lnTo>
                  <a:pt x="1892271" y="601408"/>
                </a:lnTo>
                <a:cubicBezTo>
                  <a:pt x="1923766" y="636838"/>
                  <a:pt x="1947711" y="678313"/>
                  <a:pt x="1962647" y="723304"/>
                </a:cubicBezTo>
                <a:lnTo>
                  <a:pt x="2051230" y="723302"/>
                </a:lnTo>
                <a:lnTo>
                  <a:pt x="2063518" y="792992"/>
                </a:lnTo>
                <a:lnTo>
                  <a:pt x="1980277" y="823287"/>
                </a:lnTo>
                <a:cubicBezTo>
                  <a:pt x="1981630" y="870672"/>
                  <a:pt x="1973314" y="917837"/>
                  <a:pt x="1955836" y="961902"/>
                </a:cubicBezTo>
                <a:lnTo>
                  <a:pt x="2023695" y="1018840"/>
                </a:lnTo>
                <a:lnTo>
                  <a:pt x="1988313" y="1080125"/>
                </a:lnTo>
                <a:lnTo>
                  <a:pt x="1905073" y="1049826"/>
                </a:lnTo>
                <a:cubicBezTo>
                  <a:pt x="1875651" y="1086995"/>
                  <a:pt x="1838963" y="1117779"/>
                  <a:pt x="1797250" y="1140300"/>
                </a:cubicBezTo>
                <a:lnTo>
                  <a:pt x="1812635" y="1227537"/>
                </a:lnTo>
                <a:lnTo>
                  <a:pt x="1746136" y="1251740"/>
                </a:lnTo>
                <a:lnTo>
                  <a:pt x="1701847" y="1175024"/>
                </a:lnTo>
                <a:cubicBezTo>
                  <a:pt x="1655416" y="1184585"/>
                  <a:pt x="1607524" y="1184585"/>
                  <a:pt x="1561093" y="1175024"/>
                </a:cubicBezTo>
                <a:lnTo>
                  <a:pt x="1516804" y="1251740"/>
                </a:lnTo>
                <a:lnTo>
                  <a:pt x="1450306" y="1227537"/>
                </a:lnTo>
                <a:lnTo>
                  <a:pt x="1465691" y="1140300"/>
                </a:lnTo>
                <a:cubicBezTo>
                  <a:pt x="1423978" y="1117779"/>
                  <a:pt x="1387290" y="1086995"/>
                  <a:pt x="1357868" y="1049826"/>
                </a:cubicBezTo>
                <a:lnTo>
                  <a:pt x="1274628" y="1080125"/>
                </a:lnTo>
                <a:lnTo>
                  <a:pt x="1239245" y="1018840"/>
                </a:lnTo>
                <a:lnTo>
                  <a:pt x="1307105" y="961902"/>
                </a:lnTo>
                <a:cubicBezTo>
                  <a:pt x="1289627" y="917837"/>
                  <a:pt x="1281310" y="870672"/>
                  <a:pt x="1282663" y="823287"/>
                </a:cubicBezTo>
                <a:lnTo>
                  <a:pt x="1199422" y="792992"/>
                </a:lnTo>
                <a:lnTo>
                  <a:pt x="1211710" y="723302"/>
                </a:lnTo>
                <a:lnTo>
                  <a:pt x="1300293" y="723304"/>
                </a:lnTo>
                <a:cubicBezTo>
                  <a:pt x="1315229" y="678313"/>
                  <a:pt x="1339174" y="636838"/>
                  <a:pt x="1370670" y="601408"/>
                </a:cubicBezTo>
                <a:lnTo>
                  <a:pt x="1326376" y="524695"/>
                </a:lnTo>
                <a:lnTo>
                  <a:pt x="1380586" y="479207"/>
                </a:lnTo>
                <a:lnTo>
                  <a:pt x="1448443" y="536149"/>
                </a:lnTo>
                <a:cubicBezTo>
                  <a:pt x="1488803" y="511284"/>
                  <a:pt x="1533807" y="494905"/>
                  <a:pt x="1580707" y="488008"/>
                </a:cubicBezTo>
                <a:lnTo>
                  <a:pt x="1596087" y="400771"/>
                </a:lnTo>
                <a:close/>
                <a:moveTo>
                  <a:pt x="648072" y="235071"/>
                </a:moveTo>
                <a:cubicBezTo>
                  <a:pt x="419625" y="235071"/>
                  <a:pt x="234432" y="420264"/>
                  <a:pt x="234432" y="648711"/>
                </a:cubicBezTo>
                <a:cubicBezTo>
                  <a:pt x="234432" y="877158"/>
                  <a:pt x="419625" y="1062352"/>
                  <a:pt x="648072" y="1062352"/>
                </a:cubicBezTo>
                <a:cubicBezTo>
                  <a:pt x="876519" y="1062352"/>
                  <a:pt x="1061712" y="877158"/>
                  <a:pt x="1061712" y="648711"/>
                </a:cubicBezTo>
                <a:cubicBezTo>
                  <a:pt x="1061712" y="420264"/>
                  <a:pt x="876519" y="235071"/>
                  <a:pt x="648072" y="235071"/>
                </a:cubicBezTo>
                <a:close/>
                <a:moveTo>
                  <a:pt x="594998" y="0"/>
                </a:moveTo>
                <a:lnTo>
                  <a:pt x="701146" y="0"/>
                </a:lnTo>
                <a:lnTo>
                  <a:pt x="724216" y="130856"/>
                </a:lnTo>
                <a:cubicBezTo>
                  <a:pt x="794567" y="141200"/>
                  <a:pt x="862072" y="165770"/>
                  <a:pt x="922614" y="203067"/>
                </a:cubicBezTo>
                <a:lnTo>
                  <a:pt x="1024399" y="117654"/>
                </a:lnTo>
                <a:lnTo>
                  <a:pt x="1105713" y="185886"/>
                </a:lnTo>
                <a:lnTo>
                  <a:pt x="1039273" y="300956"/>
                </a:lnTo>
                <a:cubicBezTo>
                  <a:pt x="1086516" y="354101"/>
                  <a:pt x="1122434" y="416314"/>
                  <a:pt x="1144837" y="483799"/>
                </a:cubicBezTo>
                <a:lnTo>
                  <a:pt x="1277712" y="483796"/>
                </a:lnTo>
                <a:lnTo>
                  <a:pt x="1296144" y="588332"/>
                </a:lnTo>
                <a:lnTo>
                  <a:pt x="1171283" y="633774"/>
                </a:lnTo>
                <a:cubicBezTo>
                  <a:pt x="1173312" y="704852"/>
                  <a:pt x="1160838" y="775599"/>
                  <a:pt x="1134620" y="841697"/>
                </a:cubicBezTo>
                <a:lnTo>
                  <a:pt x="1236410" y="927104"/>
                </a:lnTo>
                <a:lnTo>
                  <a:pt x="1183336" y="1019032"/>
                </a:lnTo>
                <a:lnTo>
                  <a:pt x="1058476" y="973583"/>
                </a:lnTo>
                <a:cubicBezTo>
                  <a:pt x="1014343" y="1029336"/>
                  <a:pt x="959312" y="1075513"/>
                  <a:pt x="896742" y="1109294"/>
                </a:cubicBezTo>
                <a:lnTo>
                  <a:pt x="919819" y="1240149"/>
                </a:lnTo>
                <a:lnTo>
                  <a:pt x="820071" y="1276454"/>
                </a:lnTo>
                <a:lnTo>
                  <a:pt x="753637" y="1161380"/>
                </a:lnTo>
                <a:cubicBezTo>
                  <a:pt x="683991" y="1175721"/>
                  <a:pt x="612153" y="1175721"/>
                  <a:pt x="542507" y="1161380"/>
                </a:cubicBezTo>
                <a:lnTo>
                  <a:pt x="476073" y="1276454"/>
                </a:lnTo>
                <a:lnTo>
                  <a:pt x="376326" y="1240149"/>
                </a:lnTo>
                <a:lnTo>
                  <a:pt x="399403" y="1109294"/>
                </a:lnTo>
                <a:cubicBezTo>
                  <a:pt x="336833" y="1075513"/>
                  <a:pt x="281802" y="1029336"/>
                  <a:pt x="237669" y="973583"/>
                </a:cubicBezTo>
                <a:lnTo>
                  <a:pt x="112809" y="1019032"/>
                </a:lnTo>
                <a:lnTo>
                  <a:pt x="59735" y="927104"/>
                </a:lnTo>
                <a:lnTo>
                  <a:pt x="161524" y="841697"/>
                </a:lnTo>
                <a:cubicBezTo>
                  <a:pt x="135307" y="775599"/>
                  <a:pt x="122832" y="704852"/>
                  <a:pt x="124862" y="633774"/>
                </a:cubicBezTo>
                <a:lnTo>
                  <a:pt x="0" y="588332"/>
                </a:lnTo>
                <a:lnTo>
                  <a:pt x="18432" y="483796"/>
                </a:lnTo>
                <a:lnTo>
                  <a:pt x="151306" y="483799"/>
                </a:lnTo>
                <a:cubicBezTo>
                  <a:pt x="173710" y="416314"/>
                  <a:pt x="209628" y="354100"/>
                  <a:pt x="256871" y="300956"/>
                </a:cubicBezTo>
                <a:lnTo>
                  <a:pt x="190431" y="185886"/>
                </a:lnTo>
                <a:lnTo>
                  <a:pt x="271746" y="117654"/>
                </a:lnTo>
                <a:lnTo>
                  <a:pt x="373531" y="203067"/>
                </a:lnTo>
                <a:cubicBezTo>
                  <a:pt x="434072" y="165770"/>
                  <a:pt x="501577" y="141200"/>
                  <a:pt x="571928" y="130856"/>
                </a:cubicBezTo>
                <a:lnTo>
                  <a:pt x="59499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46881BB-5DF8-4F76-B5DB-92937C2AAD51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0CA0F6-5D9E-4824-919B-C83F73634907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-9525" y="489541"/>
            <a:ext cx="1220216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0681811" y="6511752"/>
            <a:ext cx="1510825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TAOWINE </a:t>
            </a:r>
            <a:r>
              <a:rPr kumimoji="0" lang="en-US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Confidential</a:t>
            </a:r>
            <a:endParaRPr kumimoji="0" lang="en-US" altLang="zh-CN" sz="1100" b="0" i="1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cxnSp>
        <p:nvCxnSpPr>
          <p:cNvPr id="6" name="直接连接符 5"/>
          <p:cNvCxnSpPr/>
          <p:nvPr userDrawn="1"/>
        </p:nvCxnSpPr>
        <p:spPr>
          <a:xfrm>
            <a:off x="1911351" y="990600"/>
            <a:ext cx="78660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2467187" y="304800"/>
            <a:ext cx="2138680" cy="614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9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</a:rPr>
              <a:t> </a:t>
            </a:r>
            <a:r>
              <a:rPr kumimoji="0" lang="zh-CN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</a:rPr>
              <a:t>关于企业</a:t>
            </a:r>
            <a:endParaRPr kumimoji="0" lang="zh-CN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787900" y="304800"/>
            <a:ext cx="2162387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公司优势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22160" y="308187"/>
            <a:ext cx="2185247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产品介绍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0" name="齿轮"/>
          <p:cNvSpPr/>
          <p:nvPr userDrawn="1"/>
        </p:nvSpPr>
        <p:spPr>
          <a:xfrm>
            <a:off x="4846956" y="406731"/>
            <a:ext cx="480111" cy="329088"/>
          </a:xfrm>
          <a:custGeom>
            <a:avLst/>
            <a:gdLst/>
            <a:ahLst/>
            <a:cxnLst>
              <a:cxn ang="0">
                <a:pos x="1355710" y="833245"/>
              </a:cxn>
              <a:cxn ang="0">
                <a:pos x="1907230" y="833245"/>
              </a:cxn>
              <a:cxn ang="0">
                <a:pos x="1596087" y="400771"/>
              </a:cxn>
              <a:cxn ang="0">
                <a:pos x="1682233" y="488008"/>
              </a:cxn>
              <a:cxn ang="0">
                <a:pos x="1882355" y="479207"/>
              </a:cxn>
              <a:cxn ang="0">
                <a:pos x="1892271" y="601408"/>
              </a:cxn>
              <a:cxn ang="0">
                <a:pos x="2051230" y="723302"/>
              </a:cxn>
              <a:cxn ang="0">
                <a:pos x="1980277" y="823287"/>
              </a:cxn>
              <a:cxn ang="0">
                <a:pos x="2023695" y="1018840"/>
              </a:cxn>
              <a:cxn ang="0">
                <a:pos x="1905073" y="1049826"/>
              </a:cxn>
              <a:cxn ang="0">
                <a:pos x="1812635" y="1227537"/>
              </a:cxn>
              <a:cxn ang="0">
                <a:pos x="1701847" y="1175024"/>
              </a:cxn>
              <a:cxn ang="0">
                <a:pos x="1516804" y="1251740"/>
              </a:cxn>
              <a:cxn ang="0">
                <a:pos x="1465691" y="1140300"/>
              </a:cxn>
              <a:cxn ang="0">
                <a:pos x="1274628" y="1080125"/>
              </a:cxn>
              <a:cxn ang="0">
                <a:pos x="1307105" y="961902"/>
              </a:cxn>
              <a:cxn ang="0">
                <a:pos x="1199422" y="792992"/>
              </a:cxn>
              <a:cxn ang="0">
                <a:pos x="1300293" y="723304"/>
              </a:cxn>
              <a:cxn ang="0">
                <a:pos x="1326376" y="524695"/>
              </a:cxn>
              <a:cxn ang="0">
                <a:pos x="1448443" y="536149"/>
              </a:cxn>
              <a:cxn ang="0">
                <a:pos x="1596087" y="400771"/>
              </a:cxn>
              <a:cxn ang="0">
                <a:pos x="234432" y="648711"/>
              </a:cxn>
              <a:cxn ang="0">
                <a:pos x="1061712" y="648711"/>
              </a:cxn>
              <a:cxn ang="0">
                <a:pos x="594998" y="0"/>
              </a:cxn>
              <a:cxn ang="0">
                <a:pos x="724216" y="130856"/>
              </a:cxn>
              <a:cxn ang="0">
                <a:pos x="1024399" y="117654"/>
              </a:cxn>
              <a:cxn ang="0">
                <a:pos x="1039273" y="300956"/>
              </a:cxn>
              <a:cxn ang="0">
                <a:pos x="1277712" y="483796"/>
              </a:cxn>
              <a:cxn ang="0">
                <a:pos x="1171283" y="633774"/>
              </a:cxn>
              <a:cxn ang="0">
                <a:pos x="1236410" y="927104"/>
              </a:cxn>
              <a:cxn ang="0">
                <a:pos x="1058476" y="973583"/>
              </a:cxn>
              <a:cxn ang="0">
                <a:pos x="919819" y="1240149"/>
              </a:cxn>
              <a:cxn ang="0">
                <a:pos x="753637" y="1161380"/>
              </a:cxn>
              <a:cxn ang="0">
                <a:pos x="476073" y="1276454"/>
              </a:cxn>
              <a:cxn ang="0">
                <a:pos x="399403" y="1109294"/>
              </a:cxn>
              <a:cxn ang="0">
                <a:pos x="112809" y="1019032"/>
              </a:cxn>
              <a:cxn ang="0">
                <a:pos x="161524" y="841697"/>
              </a:cxn>
              <a:cxn ang="0">
                <a:pos x="0" y="588332"/>
              </a:cxn>
              <a:cxn ang="0">
                <a:pos x="151306" y="483799"/>
              </a:cxn>
              <a:cxn ang="0">
                <a:pos x="190431" y="185886"/>
              </a:cxn>
              <a:cxn ang="0">
                <a:pos x="373531" y="203067"/>
              </a:cxn>
              <a:cxn ang="0">
                <a:pos x="594998" y="0"/>
              </a:cxn>
            </a:cxnLst>
            <a:rect l="0" t="0" r="0" b="0"/>
            <a:pathLst>
              <a:path w="2063518" h="1276454">
                <a:moveTo>
                  <a:pt x="1631470" y="557485"/>
                </a:moveTo>
                <a:cubicBezTo>
                  <a:pt x="1479172" y="557485"/>
                  <a:pt x="1355710" y="680947"/>
                  <a:pt x="1355710" y="833245"/>
                </a:cubicBezTo>
                <a:cubicBezTo>
                  <a:pt x="1355710" y="985543"/>
                  <a:pt x="1479172" y="1109005"/>
                  <a:pt x="1631470" y="1109005"/>
                </a:cubicBezTo>
                <a:cubicBezTo>
                  <a:pt x="1783768" y="1109005"/>
                  <a:pt x="1907230" y="985543"/>
                  <a:pt x="1907230" y="833245"/>
                </a:cubicBezTo>
                <a:cubicBezTo>
                  <a:pt x="1907230" y="680947"/>
                  <a:pt x="1783768" y="557485"/>
                  <a:pt x="1631470" y="557485"/>
                </a:cubicBezTo>
                <a:close/>
                <a:moveTo>
                  <a:pt x="1596087" y="400771"/>
                </a:moveTo>
                <a:lnTo>
                  <a:pt x="1666853" y="400771"/>
                </a:lnTo>
                <a:lnTo>
                  <a:pt x="1682233" y="488008"/>
                </a:lnTo>
                <a:cubicBezTo>
                  <a:pt x="1729134" y="494904"/>
                  <a:pt x="1774137" y="511284"/>
                  <a:pt x="1814498" y="536149"/>
                </a:cubicBezTo>
                <a:lnTo>
                  <a:pt x="1882355" y="479207"/>
                </a:lnTo>
                <a:lnTo>
                  <a:pt x="1936564" y="524695"/>
                </a:lnTo>
                <a:lnTo>
                  <a:pt x="1892271" y="601408"/>
                </a:lnTo>
                <a:cubicBezTo>
                  <a:pt x="1923766" y="636838"/>
                  <a:pt x="1947711" y="678313"/>
                  <a:pt x="1962647" y="723304"/>
                </a:cubicBezTo>
                <a:lnTo>
                  <a:pt x="2051230" y="723302"/>
                </a:lnTo>
                <a:lnTo>
                  <a:pt x="2063518" y="792992"/>
                </a:lnTo>
                <a:lnTo>
                  <a:pt x="1980277" y="823287"/>
                </a:lnTo>
                <a:cubicBezTo>
                  <a:pt x="1981630" y="870672"/>
                  <a:pt x="1973314" y="917837"/>
                  <a:pt x="1955836" y="961902"/>
                </a:cubicBezTo>
                <a:lnTo>
                  <a:pt x="2023695" y="1018840"/>
                </a:lnTo>
                <a:lnTo>
                  <a:pt x="1988313" y="1080125"/>
                </a:lnTo>
                <a:lnTo>
                  <a:pt x="1905073" y="1049826"/>
                </a:lnTo>
                <a:cubicBezTo>
                  <a:pt x="1875651" y="1086995"/>
                  <a:pt x="1838963" y="1117779"/>
                  <a:pt x="1797250" y="1140300"/>
                </a:cubicBezTo>
                <a:lnTo>
                  <a:pt x="1812635" y="1227537"/>
                </a:lnTo>
                <a:lnTo>
                  <a:pt x="1746136" y="1251740"/>
                </a:lnTo>
                <a:lnTo>
                  <a:pt x="1701847" y="1175024"/>
                </a:lnTo>
                <a:cubicBezTo>
                  <a:pt x="1655416" y="1184585"/>
                  <a:pt x="1607524" y="1184585"/>
                  <a:pt x="1561093" y="1175024"/>
                </a:cubicBezTo>
                <a:lnTo>
                  <a:pt x="1516804" y="1251740"/>
                </a:lnTo>
                <a:lnTo>
                  <a:pt x="1450306" y="1227537"/>
                </a:lnTo>
                <a:lnTo>
                  <a:pt x="1465691" y="1140300"/>
                </a:lnTo>
                <a:cubicBezTo>
                  <a:pt x="1423978" y="1117779"/>
                  <a:pt x="1387290" y="1086995"/>
                  <a:pt x="1357868" y="1049826"/>
                </a:cubicBezTo>
                <a:lnTo>
                  <a:pt x="1274628" y="1080125"/>
                </a:lnTo>
                <a:lnTo>
                  <a:pt x="1239245" y="1018840"/>
                </a:lnTo>
                <a:lnTo>
                  <a:pt x="1307105" y="961902"/>
                </a:lnTo>
                <a:cubicBezTo>
                  <a:pt x="1289627" y="917837"/>
                  <a:pt x="1281310" y="870672"/>
                  <a:pt x="1282663" y="823287"/>
                </a:cubicBezTo>
                <a:lnTo>
                  <a:pt x="1199422" y="792992"/>
                </a:lnTo>
                <a:lnTo>
                  <a:pt x="1211710" y="723302"/>
                </a:lnTo>
                <a:lnTo>
                  <a:pt x="1300293" y="723304"/>
                </a:lnTo>
                <a:cubicBezTo>
                  <a:pt x="1315229" y="678313"/>
                  <a:pt x="1339174" y="636838"/>
                  <a:pt x="1370670" y="601408"/>
                </a:cubicBezTo>
                <a:lnTo>
                  <a:pt x="1326376" y="524695"/>
                </a:lnTo>
                <a:lnTo>
                  <a:pt x="1380586" y="479207"/>
                </a:lnTo>
                <a:lnTo>
                  <a:pt x="1448443" y="536149"/>
                </a:lnTo>
                <a:cubicBezTo>
                  <a:pt x="1488803" y="511284"/>
                  <a:pt x="1533807" y="494905"/>
                  <a:pt x="1580707" y="488008"/>
                </a:cubicBezTo>
                <a:lnTo>
                  <a:pt x="1596087" y="400771"/>
                </a:lnTo>
                <a:close/>
                <a:moveTo>
                  <a:pt x="648072" y="235071"/>
                </a:moveTo>
                <a:cubicBezTo>
                  <a:pt x="419625" y="235071"/>
                  <a:pt x="234432" y="420264"/>
                  <a:pt x="234432" y="648711"/>
                </a:cubicBezTo>
                <a:cubicBezTo>
                  <a:pt x="234432" y="877158"/>
                  <a:pt x="419625" y="1062352"/>
                  <a:pt x="648072" y="1062352"/>
                </a:cubicBezTo>
                <a:cubicBezTo>
                  <a:pt x="876519" y="1062352"/>
                  <a:pt x="1061712" y="877158"/>
                  <a:pt x="1061712" y="648711"/>
                </a:cubicBezTo>
                <a:cubicBezTo>
                  <a:pt x="1061712" y="420264"/>
                  <a:pt x="876519" y="235071"/>
                  <a:pt x="648072" y="235071"/>
                </a:cubicBezTo>
                <a:close/>
                <a:moveTo>
                  <a:pt x="594998" y="0"/>
                </a:moveTo>
                <a:lnTo>
                  <a:pt x="701146" y="0"/>
                </a:lnTo>
                <a:lnTo>
                  <a:pt x="724216" y="130856"/>
                </a:lnTo>
                <a:cubicBezTo>
                  <a:pt x="794567" y="141200"/>
                  <a:pt x="862072" y="165770"/>
                  <a:pt x="922614" y="203067"/>
                </a:cubicBezTo>
                <a:lnTo>
                  <a:pt x="1024399" y="117654"/>
                </a:lnTo>
                <a:lnTo>
                  <a:pt x="1105713" y="185886"/>
                </a:lnTo>
                <a:lnTo>
                  <a:pt x="1039273" y="300956"/>
                </a:lnTo>
                <a:cubicBezTo>
                  <a:pt x="1086516" y="354101"/>
                  <a:pt x="1122434" y="416314"/>
                  <a:pt x="1144837" y="483799"/>
                </a:cubicBezTo>
                <a:lnTo>
                  <a:pt x="1277712" y="483796"/>
                </a:lnTo>
                <a:lnTo>
                  <a:pt x="1296144" y="588332"/>
                </a:lnTo>
                <a:lnTo>
                  <a:pt x="1171283" y="633774"/>
                </a:lnTo>
                <a:cubicBezTo>
                  <a:pt x="1173312" y="704852"/>
                  <a:pt x="1160838" y="775599"/>
                  <a:pt x="1134620" y="841697"/>
                </a:cubicBezTo>
                <a:lnTo>
                  <a:pt x="1236410" y="927104"/>
                </a:lnTo>
                <a:lnTo>
                  <a:pt x="1183336" y="1019032"/>
                </a:lnTo>
                <a:lnTo>
                  <a:pt x="1058476" y="973583"/>
                </a:lnTo>
                <a:cubicBezTo>
                  <a:pt x="1014343" y="1029336"/>
                  <a:pt x="959312" y="1075513"/>
                  <a:pt x="896742" y="1109294"/>
                </a:cubicBezTo>
                <a:lnTo>
                  <a:pt x="919819" y="1240149"/>
                </a:lnTo>
                <a:lnTo>
                  <a:pt x="820071" y="1276454"/>
                </a:lnTo>
                <a:lnTo>
                  <a:pt x="753637" y="1161380"/>
                </a:lnTo>
                <a:cubicBezTo>
                  <a:pt x="683991" y="1175721"/>
                  <a:pt x="612153" y="1175721"/>
                  <a:pt x="542507" y="1161380"/>
                </a:cubicBezTo>
                <a:lnTo>
                  <a:pt x="476073" y="1276454"/>
                </a:lnTo>
                <a:lnTo>
                  <a:pt x="376326" y="1240149"/>
                </a:lnTo>
                <a:lnTo>
                  <a:pt x="399403" y="1109294"/>
                </a:lnTo>
                <a:cubicBezTo>
                  <a:pt x="336833" y="1075513"/>
                  <a:pt x="281802" y="1029336"/>
                  <a:pt x="237669" y="973583"/>
                </a:cubicBezTo>
                <a:lnTo>
                  <a:pt x="112809" y="1019032"/>
                </a:lnTo>
                <a:lnTo>
                  <a:pt x="59735" y="927104"/>
                </a:lnTo>
                <a:lnTo>
                  <a:pt x="161524" y="841697"/>
                </a:lnTo>
                <a:cubicBezTo>
                  <a:pt x="135307" y="775599"/>
                  <a:pt x="122832" y="704852"/>
                  <a:pt x="124862" y="633774"/>
                </a:cubicBezTo>
                <a:lnTo>
                  <a:pt x="0" y="588332"/>
                </a:lnTo>
                <a:lnTo>
                  <a:pt x="18432" y="483796"/>
                </a:lnTo>
                <a:lnTo>
                  <a:pt x="151306" y="483799"/>
                </a:lnTo>
                <a:cubicBezTo>
                  <a:pt x="173710" y="416314"/>
                  <a:pt x="209628" y="354100"/>
                  <a:pt x="256871" y="300956"/>
                </a:cubicBezTo>
                <a:lnTo>
                  <a:pt x="190431" y="185886"/>
                </a:lnTo>
                <a:lnTo>
                  <a:pt x="271746" y="117654"/>
                </a:lnTo>
                <a:lnTo>
                  <a:pt x="373531" y="203067"/>
                </a:lnTo>
                <a:cubicBezTo>
                  <a:pt x="434072" y="165770"/>
                  <a:pt x="501577" y="141200"/>
                  <a:pt x="571928" y="130856"/>
                </a:cubicBezTo>
                <a:lnTo>
                  <a:pt x="59499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书写"/>
          <p:cNvSpPr/>
          <p:nvPr userDrawn="1"/>
        </p:nvSpPr>
        <p:spPr>
          <a:xfrm>
            <a:off x="2569875" y="411679"/>
            <a:ext cx="349749" cy="330164"/>
          </a:xfrm>
          <a:custGeom>
            <a:avLst/>
            <a:gdLst/>
            <a:ahLst/>
            <a:cxnLst>
              <a:cxn ang="0">
                <a:pos x="3857" y="672"/>
              </a:cxn>
              <a:cxn ang="0">
                <a:pos x="3675" y="852"/>
              </a:cxn>
              <a:cxn ang="0">
                <a:pos x="3070" y="251"/>
              </a:cxn>
              <a:cxn ang="0">
                <a:pos x="3252" y="70"/>
              </a:cxn>
              <a:cxn ang="0">
                <a:pos x="3486" y="63"/>
              </a:cxn>
              <a:cxn ang="0">
                <a:pos x="3864" y="438"/>
              </a:cxn>
              <a:cxn ang="0">
                <a:pos x="3857" y="672"/>
              </a:cxn>
              <a:cxn ang="0">
                <a:pos x="2252" y="2267"/>
              </a:cxn>
              <a:cxn ang="0">
                <a:pos x="1647" y="1665"/>
              </a:cxn>
              <a:cxn ang="0">
                <a:pos x="2978" y="342"/>
              </a:cxn>
              <a:cxn ang="0">
                <a:pos x="3583" y="944"/>
              </a:cxn>
              <a:cxn ang="0">
                <a:pos x="2252" y="2267"/>
              </a:cxn>
              <a:cxn ang="0">
                <a:pos x="2168" y="2350"/>
              </a:cxn>
              <a:cxn ang="0">
                <a:pos x="1321" y="2591"/>
              </a:cxn>
              <a:cxn ang="0">
                <a:pos x="1563" y="1749"/>
              </a:cxn>
              <a:cxn ang="0">
                <a:pos x="2168" y="2350"/>
              </a:cxn>
              <a:cxn ang="0">
                <a:pos x="770" y="495"/>
              </a:cxn>
              <a:cxn ang="0">
                <a:pos x="392" y="874"/>
              </a:cxn>
              <a:cxn ang="0">
                <a:pos x="392" y="3158"/>
              </a:cxn>
              <a:cxn ang="0">
                <a:pos x="770" y="3536"/>
              </a:cxn>
              <a:cxn ang="0">
                <a:pos x="3055" y="3536"/>
              </a:cxn>
              <a:cxn ang="0">
                <a:pos x="3433" y="3158"/>
              </a:cxn>
              <a:cxn ang="0">
                <a:pos x="3433" y="1657"/>
              </a:cxn>
              <a:cxn ang="0">
                <a:pos x="3824" y="1278"/>
              </a:cxn>
              <a:cxn ang="0">
                <a:pos x="3824" y="3297"/>
              </a:cxn>
              <a:cxn ang="0">
                <a:pos x="3181" y="3928"/>
              </a:cxn>
              <a:cxn ang="0">
                <a:pos x="631" y="3928"/>
              </a:cxn>
              <a:cxn ang="0">
                <a:pos x="0" y="3297"/>
              </a:cxn>
              <a:cxn ang="0">
                <a:pos x="0" y="773"/>
              </a:cxn>
              <a:cxn ang="0">
                <a:pos x="631" y="103"/>
              </a:cxn>
              <a:cxn ang="0">
                <a:pos x="2650" y="103"/>
              </a:cxn>
              <a:cxn ang="0">
                <a:pos x="2271" y="495"/>
              </a:cxn>
              <a:cxn ang="0">
                <a:pos x="770" y="495"/>
              </a:cxn>
            </a:cxnLst>
            <a:rect l="0" t="0" r="0" b="0"/>
            <a:pathLst>
              <a:path w="3927" h="3928">
                <a:moveTo>
                  <a:pt x="3857" y="672"/>
                </a:moveTo>
                <a:cubicBezTo>
                  <a:pt x="3675" y="852"/>
                  <a:pt x="3675" y="852"/>
                  <a:pt x="3675" y="852"/>
                </a:cubicBezTo>
                <a:cubicBezTo>
                  <a:pt x="3070" y="251"/>
                  <a:pt x="3070" y="251"/>
                  <a:pt x="3070" y="251"/>
                </a:cubicBezTo>
                <a:cubicBezTo>
                  <a:pt x="3252" y="70"/>
                  <a:pt x="3252" y="70"/>
                  <a:pt x="3252" y="70"/>
                </a:cubicBezTo>
                <a:cubicBezTo>
                  <a:pt x="3319" y="4"/>
                  <a:pt x="3424" y="0"/>
                  <a:pt x="3486" y="63"/>
                </a:cubicBezTo>
                <a:cubicBezTo>
                  <a:pt x="3864" y="438"/>
                  <a:pt x="3864" y="438"/>
                  <a:pt x="3864" y="438"/>
                </a:cubicBezTo>
                <a:cubicBezTo>
                  <a:pt x="3927" y="501"/>
                  <a:pt x="3924" y="605"/>
                  <a:pt x="3857" y="672"/>
                </a:cubicBezTo>
                <a:close/>
                <a:moveTo>
                  <a:pt x="2252" y="2267"/>
                </a:moveTo>
                <a:cubicBezTo>
                  <a:pt x="1647" y="1665"/>
                  <a:pt x="1647" y="1665"/>
                  <a:pt x="1647" y="1665"/>
                </a:cubicBezTo>
                <a:cubicBezTo>
                  <a:pt x="2978" y="342"/>
                  <a:pt x="2978" y="342"/>
                  <a:pt x="2978" y="342"/>
                </a:cubicBezTo>
                <a:cubicBezTo>
                  <a:pt x="3583" y="944"/>
                  <a:pt x="3583" y="944"/>
                  <a:pt x="3583" y="944"/>
                </a:cubicBezTo>
                <a:lnTo>
                  <a:pt x="2252" y="2267"/>
                </a:lnTo>
                <a:close/>
                <a:moveTo>
                  <a:pt x="2168" y="2350"/>
                </a:moveTo>
                <a:cubicBezTo>
                  <a:pt x="1321" y="2591"/>
                  <a:pt x="1321" y="2591"/>
                  <a:pt x="1321" y="2591"/>
                </a:cubicBezTo>
                <a:cubicBezTo>
                  <a:pt x="1563" y="1749"/>
                  <a:pt x="1563" y="1749"/>
                  <a:pt x="1563" y="1749"/>
                </a:cubicBezTo>
                <a:lnTo>
                  <a:pt x="2168" y="2350"/>
                </a:lnTo>
                <a:close/>
                <a:moveTo>
                  <a:pt x="770" y="495"/>
                </a:moveTo>
                <a:cubicBezTo>
                  <a:pt x="561" y="495"/>
                  <a:pt x="392" y="665"/>
                  <a:pt x="392" y="874"/>
                </a:cubicBezTo>
                <a:cubicBezTo>
                  <a:pt x="392" y="3158"/>
                  <a:pt x="392" y="3158"/>
                  <a:pt x="392" y="3158"/>
                </a:cubicBezTo>
                <a:cubicBezTo>
                  <a:pt x="392" y="3367"/>
                  <a:pt x="561" y="3536"/>
                  <a:pt x="770" y="3536"/>
                </a:cubicBezTo>
                <a:cubicBezTo>
                  <a:pt x="3055" y="3536"/>
                  <a:pt x="3055" y="3536"/>
                  <a:pt x="3055" y="3536"/>
                </a:cubicBezTo>
                <a:cubicBezTo>
                  <a:pt x="3264" y="3536"/>
                  <a:pt x="3433" y="3367"/>
                  <a:pt x="3433" y="3158"/>
                </a:cubicBezTo>
                <a:cubicBezTo>
                  <a:pt x="3433" y="1657"/>
                  <a:pt x="3433" y="1657"/>
                  <a:pt x="3433" y="1657"/>
                </a:cubicBezTo>
                <a:cubicBezTo>
                  <a:pt x="3824" y="1278"/>
                  <a:pt x="3824" y="1278"/>
                  <a:pt x="3824" y="1278"/>
                </a:cubicBezTo>
                <a:cubicBezTo>
                  <a:pt x="3824" y="3297"/>
                  <a:pt x="3824" y="3297"/>
                  <a:pt x="3824" y="3297"/>
                </a:cubicBezTo>
                <a:cubicBezTo>
                  <a:pt x="3824" y="3645"/>
                  <a:pt x="3529" y="3928"/>
                  <a:pt x="3181" y="3928"/>
                </a:cubicBezTo>
                <a:cubicBezTo>
                  <a:pt x="631" y="3928"/>
                  <a:pt x="631" y="3928"/>
                  <a:pt x="631" y="3928"/>
                </a:cubicBezTo>
                <a:cubicBezTo>
                  <a:pt x="283" y="3928"/>
                  <a:pt x="0" y="3645"/>
                  <a:pt x="0" y="3297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425"/>
                  <a:pt x="283" y="103"/>
                  <a:pt x="631" y="103"/>
                </a:cubicBezTo>
                <a:cubicBezTo>
                  <a:pt x="2650" y="103"/>
                  <a:pt x="2650" y="103"/>
                  <a:pt x="2650" y="103"/>
                </a:cubicBezTo>
                <a:cubicBezTo>
                  <a:pt x="2271" y="495"/>
                  <a:pt x="2271" y="495"/>
                  <a:pt x="2271" y="495"/>
                </a:cubicBezTo>
                <a:lnTo>
                  <a:pt x="770" y="495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锁链"/>
          <p:cNvSpPr/>
          <p:nvPr userDrawn="1"/>
        </p:nvSpPr>
        <p:spPr>
          <a:xfrm>
            <a:off x="7202488" y="433737"/>
            <a:ext cx="380568" cy="355568"/>
          </a:xfrm>
          <a:custGeom>
            <a:avLst/>
            <a:gdLst/>
            <a:ahLst/>
            <a:cxnLst>
              <a:cxn ang="0">
                <a:pos x="3234779" y="5158409"/>
              </a:cxn>
              <a:cxn ang="0">
                <a:pos x="4344919" y="6269252"/>
              </a:cxn>
              <a:cxn ang="0">
                <a:pos x="1753345" y="8903750"/>
              </a:cxn>
              <a:cxn ang="0">
                <a:pos x="1753345" y="9654320"/>
              </a:cxn>
              <a:cxn ang="0">
                <a:pos x="1903363" y="9808186"/>
              </a:cxn>
              <a:cxn ang="0">
                <a:pos x="2653457" y="9808186"/>
              </a:cxn>
              <a:cxn ang="0">
                <a:pos x="4209901" y="8250755"/>
              </a:cxn>
              <a:cxn ang="0">
                <a:pos x="5263783" y="7188699"/>
              </a:cxn>
              <a:cxn ang="0">
                <a:pos x="6392675" y="8318306"/>
              </a:cxn>
              <a:cxn ang="0">
                <a:pos x="3786099" y="10934040"/>
              </a:cxn>
              <a:cxn ang="0">
                <a:pos x="774471" y="10934040"/>
              </a:cxn>
              <a:cxn ang="0">
                <a:pos x="624453" y="10783926"/>
              </a:cxn>
              <a:cxn ang="0">
                <a:pos x="624453" y="7774143"/>
              </a:cxn>
              <a:cxn ang="0">
                <a:pos x="3234779" y="5158409"/>
              </a:cxn>
              <a:cxn ang="0">
                <a:pos x="9276495" y="0"/>
              </a:cxn>
              <a:cxn ang="0">
                <a:pos x="10782028" y="622022"/>
              </a:cxn>
              <a:cxn ang="0">
                <a:pos x="10932065" y="772133"/>
              </a:cxn>
              <a:cxn ang="0">
                <a:pos x="10932065" y="3785609"/>
              </a:cxn>
              <a:cxn ang="0">
                <a:pos x="8426439" y="6288709"/>
              </a:cxn>
              <a:cxn ang="0">
                <a:pos x="7297405" y="5159125"/>
              </a:cxn>
              <a:cxn ang="0">
                <a:pos x="9803033" y="2656025"/>
              </a:cxn>
              <a:cxn ang="0">
                <a:pos x="9803033" y="1901718"/>
              </a:cxn>
              <a:cxn ang="0">
                <a:pos x="9652995" y="1751607"/>
              </a:cxn>
              <a:cxn ang="0">
                <a:pos x="8899057" y="1751607"/>
              </a:cxn>
              <a:cxn ang="0">
                <a:pos x="7346169" y="3305255"/>
              </a:cxn>
              <a:cxn ang="0">
                <a:pos x="6389679" y="4247200"/>
              </a:cxn>
              <a:cxn ang="0">
                <a:pos x="5271899" y="3132627"/>
              </a:cxn>
              <a:cxn ang="0">
                <a:pos x="7773775" y="622022"/>
              </a:cxn>
              <a:cxn ang="0">
                <a:pos x="9276495" y="0"/>
              </a:cxn>
            </a:cxnLst>
            <a:rect l="0" t="0" r="0" b="0"/>
            <a:pathLst>
              <a:path w="11556596" h="11558889">
                <a:moveTo>
                  <a:pt x="3234779" y="5158409"/>
                </a:moveTo>
                <a:cubicBezTo>
                  <a:pt x="3234779" y="5158409"/>
                  <a:pt x="3234779" y="5158409"/>
                  <a:pt x="4344919" y="6269252"/>
                </a:cubicBezTo>
                <a:cubicBezTo>
                  <a:pt x="4344919" y="6269252"/>
                  <a:pt x="4344919" y="6269252"/>
                  <a:pt x="1753345" y="8903750"/>
                </a:cubicBezTo>
                <a:cubicBezTo>
                  <a:pt x="1543317" y="9110156"/>
                  <a:pt x="1543317" y="9447913"/>
                  <a:pt x="1753345" y="9654320"/>
                </a:cubicBezTo>
                <a:cubicBezTo>
                  <a:pt x="1753345" y="9654320"/>
                  <a:pt x="1753345" y="9654320"/>
                  <a:pt x="1903363" y="9808186"/>
                </a:cubicBezTo>
                <a:cubicBezTo>
                  <a:pt x="2109639" y="10014592"/>
                  <a:pt x="2447181" y="10014592"/>
                  <a:pt x="2653457" y="9808186"/>
                </a:cubicBezTo>
                <a:cubicBezTo>
                  <a:pt x="2653457" y="9808186"/>
                  <a:pt x="2653457" y="9808186"/>
                  <a:pt x="4209901" y="8250755"/>
                </a:cubicBezTo>
                <a:cubicBezTo>
                  <a:pt x="4209901" y="8250755"/>
                  <a:pt x="4209901" y="8250755"/>
                  <a:pt x="5263783" y="7188699"/>
                </a:cubicBezTo>
                <a:lnTo>
                  <a:pt x="6392675" y="8318306"/>
                </a:lnTo>
                <a:cubicBezTo>
                  <a:pt x="6392675" y="8318306"/>
                  <a:pt x="6392675" y="8318306"/>
                  <a:pt x="3786099" y="10934040"/>
                </a:cubicBezTo>
                <a:cubicBezTo>
                  <a:pt x="2953495" y="11767172"/>
                  <a:pt x="1607075" y="11767172"/>
                  <a:pt x="774471" y="10934040"/>
                </a:cubicBezTo>
                <a:cubicBezTo>
                  <a:pt x="774471" y="10934040"/>
                  <a:pt x="774471" y="10934040"/>
                  <a:pt x="624453" y="10783926"/>
                </a:cubicBezTo>
                <a:cubicBezTo>
                  <a:pt x="-208151" y="9954547"/>
                  <a:pt x="-208151" y="8607275"/>
                  <a:pt x="624453" y="7774143"/>
                </a:cubicBezTo>
                <a:cubicBezTo>
                  <a:pt x="624453" y="7774143"/>
                  <a:pt x="2079635" y="6310533"/>
                  <a:pt x="3234779" y="5158409"/>
                </a:cubicBezTo>
                <a:close/>
                <a:moveTo>
                  <a:pt x="9276495" y="0"/>
                </a:moveTo>
                <a:cubicBezTo>
                  <a:pt x="9820850" y="0"/>
                  <a:pt x="10365673" y="207340"/>
                  <a:pt x="10782028" y="622022"/>
                </a:cubicBezTo>
                <a:cubicBezTo>
                  <a:pt x="10782028" y="622022"/>
                  <a:pt x="10782028" y="622022"/>
                  <a:pt x="10932065" y="772133"/>
                </a:cubicBezTo>
                <a:cubicBezTo>
                  <a:pt x="11764774" y="1605249"/>
                  <a:pt x="11764774" y="2952494"/>
                  <a:pt x="10932065" y="3785609"/>
                </a:cubicBezTo>
                <a:cubicBezTo>
                  <a:pt x="10932065" y="3785609"/>
                  <a:pt x="10932065" y="3785609"/>
                  <a:pt x="8426439" y="6288709"/>
                </a:cubicBezTo>
                <a:cubicBezTo>
                  <a:pt x="8426439" y="6288709"/>
                  <a:pt x="8426439" y="6288709"/>
                  <a:pt x="7297405" y="5159125"/>
                </a:cubicBezTo>
                <a:cubicBezTo>
                  <a:pt x="7297405" y="5159125"/>
                  <a:pt x="7297405" y="5159125"/>
                  <a:pt x="9803033" y="2656025"/>
                </a:cubicBezTo>
                <a:cubicBezTo>
                  <a:pt x="10009335" y="2449622"/>
                  <a:pt x="10009335" y="2111873"/>
                  <a:pt x="9803033" y="1901718"/>
                </a:cubicBezTo>
                <a:cubicBezTo>
                  <a:pt x="9803033" y="1901718"/>
                  <a:pt x="9803033" y="1901718"/>
                  <a:pt x="9652995" y="1751607"/>
                </a:cubicBezTo>
                <a:cubicBezTo>
                  <a:pt x="9446694" y="1545204"/>
                  <a:pt x="9109109" y="1545204"/>
                  <a:pt x="8899057" y="1751607"/>
                </a:cubicBezTo>
                <a:cubicBezTo>
                  <a:pt x="8899057" y="1751607"/>
                  <a:pt x="8899057" y="1751607"/>
                  <a:pt x="7346169" y="3305255"/>
                </a:cubicBezTo>
                <a:cubicBezTo>
                  <a:pt x="7346169" y="3305255"/>
                  <a:pt x="7346169" y="3305255"/>
                  <a:pt x="6389679" y="4247200"/>
                </a:cubicBezTo>
                <a:cubicBezTo>
                  <a:pt x="6389679" y="4247200"/>
                  <a:pt x="6389679" y="4247200"/>
                  <a:pt x="5271899" y="3132627"/>
                </a:cubicBezTo>
                <a:cubicBezTo>
                  <a:pt x="5271899" y="3132627"/>
                  <a:pt x="5271899" y="3132627"/>
                  <a:pt x="7773775" y="622022"/>
                </a:cubicBezTo>
                <a:cubicBezTo>
                  <a:pt x="8188253" y="207340"/>
                  <a:pt x="8732139" y="0"/>
                  <a:pt x="9276495" y="0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cxnSp>
        <p:nvCxnSpPr>
          <p:cNvPr id="13" name="直接连接符 12"/>
          <p:cNvCxnSpPr/>
          <p:nvPr userDrawn="1"/>
        </p:nvCxnSpPr>
        <p:spPr>
          <a:xfrm>
            <a:off x="1843088" y="984251"/>
            <a:ext cx="78644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2387600" y="290407"/>
            <a:ext cx="2175087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关于企业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4743873" y="290407"/>
            <a:ext cx="2149687" cy="614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9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公司优势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7112000" y="295275"/>
            <a:ext cx="2046288" cy="612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产品介绍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7" name="齿轮"/>
          <p:cNvSpPr/>
          <p:nvPr userDrawn="1"/>
        </p:nvSpPr>
        <p:spPr>
          <a:xfrm>
            <a:off x="4818288" y="400887"/>
            <a:ext cx="464912" cy="320272"/>
          </a:xfrm>
          <a:custGeom>
            <a:avLst/>
            <a:gdLst/>
            <a:ahLst/>
            <a:cxnLst>
              <a:cxn ang="0">
                <a:pos x="1355710" y="833245"/>
              </a:cxn>
              <a:cxn ang="0">
                <a:pos x="1907230" y="833245"/>
              </a:cxn>
              <a:cxn ang="0">
                <a:pos x="1596087" y="400771"/>
              </a:cxn>
              <a:cxn ang="0">
                <a:pos x="1682233" y="488008"/>
              </a:cxn>
              <a:cxn ang="0">
                <a:pos x="1882355" y="479207"/>
              </a:cxn>
              <a:cxn ang="0">
                <a:pos x="1892271" y="601408"/>
              </a:cxn>
              <a:cxn ang="0">
                <a:pos x="2051230" y="723302"/>
              </a:cxn>
              <a:cxn ang="0">
                <a:pos x="1980277" y="823287"/>
              </a:cxn>
              <a:cxn ang="0">
                <a:pos x="2023695" y="1018840"/>
              </a:cxn>
              <a:cxn ang="0">
                <a:pos x="1905073" y="1049826"/>
              </a:cxn>
              <a:cxn ang="0">
                <a:pos x="1812635" y="1227537"/>
              </a:cxn>
              <a:cxn ang="0">
                <a:pos x="1701847" y="1175024"/>
              </a:cxn>
              <a:cxn ang="0">
                <a:pos x="1516804" y="1251740"/>
              </a:cxn>
              <a:cxn ang="0">
                <a:pos x="1465691" y="1140300"/>
              </a:cxn>
              <a:cxn ang="0">
                <a:pos x="1274628" y="1080125"/>
              </a:cxn>
              <a:cxn ang="0">
                <a:pos x="1307105" y="961902"/>
              </a:cxn>
              <a:cxn ang="0">
                <a:pos x="1199422" y="792992"/>
              </a:cxn>
              <a:cxn ang="0">
                <a:pos x="1300293" y="723304"/>
              </a:cxn>
              <a:cxn ang="0">
                <a:pos x="1326376" y="524695"/>
              </a:cxn>
              <a:cxn ang="0">
                <a:pos x="1448443" y="536149"/>
              </a:cxn>
              <a:cxn ang="0">
                <a:pos x="1596087" y="400771"/>
              </a:cxn>
              <a:cxn ang="0">
                <a:pos x="234432" y="648711"/>
              </a:cxn>
              <a:cxn ang="0">
                <a:pos x="1061712" y="648711"/>
              </a:cxn>
              <a:cxn ang="0">
                <a:pos x="594998" y="0"/>
              </a:cxn>
              <a:cxn ang="0">
                <a:pos x="724216" y="130856"/>
              </a:cxn>
              <a:cxn ang="0">
                <a:pos x="1024399" y="117654"/>
              </a:cxn>
              <a:cxn ang="0">
                <a:pos x="1039273" y="300956"/>
              </a:cxn>
              <a:cxn ang="0">
                <a:pos x="1277712" y="483796"/>
              </a:cxn>
              <a:cxn ang="0">
                <a:pos x="1171283" y="633774"/>
              </a:cxn>
              <a:cxn ang="0">
                <a:pos x="1236410" y="927104"/>
              </a:cxn>
              <a:cxn ang="0">
                <a:pos x="1058476" y="973583"/>
              </a:cxn>
              <a:cxn ang="0">
                <a:pos x="919819" y="1240149"/>
              </a:cxn>
              <a:cxn ang="0">
                <a:pos x="753637" y="1161380"/>
              </a:cxn>
              <a:cxn ang="0">
                <a:pos x="476073" y="1276454"/>
              </a:cxn>
              <a:cxn ang="0">
                <a:pos x="399403" y="1109294"/>
              </a:cxn>
              <a:cxn ang="0">
                <a:pos x="112809" y="1019032"/>
              </a:cxn>
              <a:cxn ang="0">
                <a:pos x="161524" y="841697"/>
              </a:cxn>
              <a:cxn ang="0">
                <a:pos x="0" y="588332"/>
              </a:cxn>
              <a:cxn ang="0">
                <a:pos x="151306" y="483799"/>
              </a:cxn>
              <a:cxn ang="0">
                <a:pos x="190431" y="185886"/>
              </a:cxn>
              <a:cxn ang="0">
                <a:pos x="373531" y="203067"/>
              </a:cxn>
              <a:cxn ang="0">
                <a:pos x="594998" y="0"/>
              </a:cxn>
            </a:cxnLst>
            <a:rect l="0" t="0" r="0" b="0"/>
            <a:pathLst>
              <a:path w="2063518" h="1276454">
                <a:moveTo>
                  <a:pt x="1631470" y="557485"/>
                </a:moveTo>
                <a:cubicBezTo>
                  <a:pt x="1479172" y="557485"/>
                  <a:pt x="1355710" y="680947"/>
                  <a:pt x="1355710" y="833245"/>
                </a:cubicBezTo>
                <a:cubicBezTo>
                  <a:pt x="1355710" y="985543"/>
                  <a:pt x="1479172" y="1109005"/>
                  <a:pt x="1631470" y="1109005"/>
                </a:cubicBezTo>
                <a:cubicBezTo>
                  <a:pt x="1783768" y="1109005"/>
                  <a:pt x="1907230" y="985543"/>
                  <a:pt x="1907230" y="833245"/>
                </a:cubicBezTo>
                <a:cubicBezTo>
                  <a:pt x="1907230" y="680947"/>
                  <a:pt x="1783768" y="557485"/>
                  <a:pt x="1631470" y="557485"/>
                </a:cubicBezTo>
                <a:close/>
                <a:moveTo>
                  <a:pt x="1596087" y="400771"/>
                </a:moveTo>
                <a:lnTo>
                  <a:pt x="1666853" y="400771"/>
                </a:lnTo>
                <a:lnTo>
                  <a:pt x="1682233" y="488008"/>
                </a:lnTo>
                <a:cubicBezTo>
                  <a:pt x="1729134" y="494904"/>
                  <a:pt x="1774137" y="511284"/>
                  <a:pt x="1814498" y="536149"/>
                </a:cubicBezTo>
                <a:lnTo>
                  <a:pt x="1882355" y="479207"/>
                </a:lnTo>
                <a:lnTo>
                  <a:pt x="1936564" y="524695"/>
                </a:lnTo>
                <a:lnTo>
                  <a:pt x="1892271" y="601408"/>
                </a:lnTo>
                <a:cubicBezTo>
                  <a:pt x="1923766" y="636838"/>
                  <a:pt x="1947711" y="678313"/>
                  <a:pt x="1962647" y="723304"/>
                </a:cubicBezTo>
                <a:lnTo>
                  <a:pt x="2051230" y="723302"/>
                </a:lnTo>
                <a:lnTo>
                  <a:pt x="2063518" y="792992"/>
                </a:lnTo>
                <a:lnTo>
                  <a:pt x="1980277" y="823287"/>
                </a:lnTo>
                <a:cubicBezTo>
                  <a:pt x="1981630" y="870672"/>
                  <a:pt x="1973314" y="917837"/>
                  <a:pt x="1955836" y="961902"/>
                </a:cubicBezTo>
                <a:lnTo>
                  <a:pt x="2023695" y="1018840"/>
                </a:lnTo>
                <a:lnTo>
                  <a:pt x="1988313" y="1080125"/>
                </a:lnTo>
                <a:lnTo>
                  <a:pt x="1905073" y="1049826"/>
                </a:lnTo>
                <a:cubicBezTo>
                  <a:pt x="1875651" y="1086995"/>
                  <a:pt x="1838963" y="1117779"/>
                  <a:pt x="1797250" y="1140300"/>
                </a:cubicBezTo>
                <a:lnTo>
                  <a:pt x="1812635" y="1227537"/>
                </a:lnTo>
                <a:lnTo>
                  <a:pt x="1746136" y="1251740"/>
                </a:lnTo>
                <a:lnTo>
                  <a:pt x="1701847" y="1175024"/>
                </a:lnTo>
                <a:cubicBezTo>
                  <a:pt x="1655416" y="1184585"/>
                  <a:pt x="1607524" y="1184585"/>
                  <a:pt x="1561093" y="1175024"/>
                </a:cubicBezTo>
                <a:lnTo>
                  <a:pt x="1516804" y="1251740"/>
                </a:lnTo>
                <a:lnTo>
                  <a:pt x="1450306" y="1227537"/>
                </a:lnTo>
                <a:lnTo>
                  <a:pt x="1465691" y="1140300"/>
                </a:lnTo>
                <a:cubicBezTo>
                  <a:pt x="1423978" y="1117779"/>
                  <a:pt x="1387290" y="1086995"/>
                  <a:pt x="1357868" y="1049826"/>
                </a:cubicBezTo>
                <a:lnTo>
                  <a:pt x="1274628" y="1080125"/>
                </a:lnTo>
                <a:lnTo>
                  <a:pt x="1239245" y="1018840"/>
                </a:lnTo>
                <a:lnTo>
                  <a:pt x="1307105" y="961902"/>
                </a:lnTo>
                <a:cubicBezTo>
                  <a:pt x="1289627" y="917837"/>
                  <a:pt x="1281310" y="870672"/>
                  <a:pt x="1282663" y="823287"/>
                </a:cubicBezTo>
                <a:lnTo>
                  <a:pt x="1199422" y="792992"/>
                </a:lnTo>
                <a:lnTo>
                  <a:pt x="1211710" y="723302"/>
                </a:lnTo>
                <a:lnTo>
                  <a:pt x="1300293" y="723304"/>
                </a:lnTo>
                <a:cubicBezTo>
                  <a:pt x="1315229" y="678313"/>
                  <a:pt x="1339174" y="636838"/>
                  <a:pt x="1370670" y="601408"/>
                </a:cubicBezTo>
                <a:lnTo>
                  <a:pt x="1326376" y="524695"/>
                </a:lnTo>
                <a:lnTo>
                  <a:pt x="1380586" y="479207"/>
                </a:lnTo>
                <a:lnTo>
                  <a:pt x="1448443" y="536149"/>
                </a:lnTo>
                <a:cubicBezTo>
                  <a:pt x="1488803" y="511284"/>
                  <a:pt x="1533807" y="494905"/>
                  <a:pt x="1580707" y="488008"/>
                </a:cubicBezTo>
                <a:lnTo>
                  <a:pt x="1596087" y="400771"/>
                </a:lnTo>
                <a:close/>
                <a:moveTo>
                  <a:pt x="648072" y="235071"/>
                </a:moveTo>
                <a:cubicBezTo>
                  <a:pt x="419625" y="235071"/>
                  <a:pt x="234432" y="420264"/>
                  <a:pt x="234432" y="648711"/>
                </a:cubicBezTo>
                <a:cubicBezTo>
                  <a:pt x="234432" y="877158"/>
                  <a:pt x="419625" y="1062352"/>
                  <a:pt x="648072" y="1062352"/>
                </a:cubicBezTo>
                <a:cubicBezTo>
                  <a:pt x="876519" y="1062352"/>
                  <a:pt x="1061712" y="877158"/>
                  <a:pt x="1061712" y="648711"/>
                </a:cubicBezTo>
                <a:cubicBezTo>
                  <a:pt x="1061712" y="420264"/>
                  <a:pt x="876519" y="235071"/>
                  <a:pt x="648072" y="235071"/>
                </a:cubicBezTo>
                <a:close/>
                <a:moveTo>
                  <a:pt x="594998" y="0"/>
                </a:moveTo>
                <a:lnTo>
                  <a:pt x="701146" y="0"/>
                </a:lnTo>
                <a:lnTo>
                  <a:pt x="724216" y="130856"/>
                </a:lnTo>
                <a:cubicBezTo>
                  <a:pt x="794567" y="141200"/>
                  <a:pt x="862072" y="165770"/>
                  <a:pt x="922614" y="203067"/>
                </a:cubicBezTo>
                <a:lnTo>
                  <a:pt x="1024399" y="117654"/>
                </a:lnTo>
                <a:lnTo>
                  <a:pt x="1105713" y="185886"/>
                </a:lnTo>
                <a:lnTo>
                  <a:pt x="1039273" y="300956"/>
                </a:lnTo>
                <a:cubicBezTo>
                  <a:pt x="1086516" y="354101"/>
                  <a:pt x="1122434" y="416314"/>
                  <a:pt x="1144837" y="483799"/>
                </a:cubicBezTo>
                <a:lnTo>
                  <a:pt x="1277712" y="483796"/>
                </a:lnTo>
                <a:lnTo>
                  <a:pt x="1296144" y="588332"/>
                </a:lnTo>
                <a:lnTo>
                  <a:pt x="1171283" y="633774"/>
                </a:lnTo>
                <a:cubicBezTo>
                  <a:pt x="1173312" y="704852"/>
                  <a:pt x="1160838" y="775599"/>
                  <a:pt x="1134620" y="841697"/>
                </a:cubicBezTo>
                <a:lnTo>
                  <a:pt x="1236410" y="927104"/>
                </a:lnTo>
                <a:lnTo>
                  <a:pt x="1183336" y="1019032"/>
                </a:lnTo>
                <a:lnTo>
                  <a:pt x="1058476" y="973583"/>
                </a:lnTo>
                <a:cubicBezTo>
                  <a:pt x="1014343" y="1029336"/>
                  <a:pt x="959312" y="1075513"/>
                  <a:pt x="896742" y="1109294"/>
                </a:cubicBezTo>
                <a:lnTo>
                  <a:pt x="919819" y="1240149"/>
                </a:lnTo>
                <a:lnTo>
                  <a:pt x="820071" y="1276454"/>
                </a:lnTo>
                <a:lnTo>
                  <a:pt x="753637" y="1161380"/>
                </a:lnTo>
                <a:cubicBezTo>
                  <a:pt x="683991" y="1175721"/>
                  <a:pt x="612153" y="1175721"/>
                  <a:pt x="542507" y="1161380"/>
                </a:cubicBezTo>
                <a:lnTo>
                  <a:pt x="476073" y="1276454"/>
                </a:lnTo>
                <a:lnTo>
                  <a:pt x="376326" y="1240149"/>
                </a:lnTo>
                <a:lnTo>
                  <a:pt x="399403" y="1109294"/>
                </a:lnTo>
                <a:cubicBezTo>
                  <a:pt x="336833" y="1075513"/>
                  <a:pt x="281802" y="1029336"/>
                  <a:pt x="237669" y="973583"/>
                </a:cubicBezTo>
                <a:lnTo>
                  <a:pt x="112809" y="1019032"/>
                </a:lnTo>
                <a:lnTo>
                  <a:pt x="59735" y="927104"/>
                </a:lnTo>
                <a:lnTo>
                  <a:pt x="161524" y="841697"/>
                </a:lnTo>
                <a:cubicBezTo>
                  <a:pt x="135307" y="775599"/>
                  <a:pt x="122832" y="704852"/>
                  <a:pt x="124862" y="633774"/>
                </a:cubicBezTo>
                <a:lnTo>
                  <a:pt x="0" y="588332"/>
                </a:lnTo>
                <a:lnTo>
                  <a:pt x="18432" y="483796"/>
                </a:lnTo>
                <a:lnTo>
                  <a:pt x="151306" y="483799"/>
                </a:lnTo>
                <a:cubicBezTo>
                  <a:pt x="173710" y="416314"/>
                  <a:pt x="209628" y="354100"/>
                  <a:pt x="256871" y="300956"/>
                </a:cubicBezTo>
                <a:lnTo>
                  <a:pt x="190431" y="185886"/>
                </a:lnTo>
                <a:lnTo>
                  <a:pt x="271746" y="117654"/>
                </a:lnTo>
                <a:lnTo>
                  <a:pt x="373531" y="203067"/>
                </a:lnTo>
                <a:cubicBezTo>
                  <a:pt x="434072" y="165770"/>
                  <a:pt x="501577" y="141200"/>
                  <a:pt x="571928" y="130856"/>
                </a:cubicBezTo>
                <a:lnTo>
                  <a:pt x="59499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18" name="书写"/>
          <p:cNvSpPr/>
          <p:nvPr userDrawn="1"/>
        </p:nvSpPr>
        <p:spPr>
          <a:xfrm>
            <a:off x="2526201" y="425668"/>
            <a:ext cx="362467" cy="339473"/>
          </a:xfrm>
          <a:custGeom>
            <a:avLst/>
            <a:gdLst/>
            <a:ahLst/>
            <a:cxnLst>
              <a:cxn ang="0">
                <a:pos x="3857" y="672"/>
              </a:cxn>
              <a:cxn ang="0">
                <a:pos x="3675" y="852"/>
              </a:cxn>
              <a:cxn ang="0">
                <a:pos x="3070" y="251"/>
              </a:cxn>
              <a:cxn ang="0">
                <a:pos x="3252" y="70"/>
              </a:cxn>
              <a:cxn ang="0">
                <a:pos x="3486" y="63"/>
              </a:cxn>
              <a:cxn ang="0">
                <a:pos x="3864" y="438"/>
              </a:cxn>
              <a:cxn ang="0">
                <a:pos x="3857" y="672"/>
              </a:cxn>
              <a:cxn ang="0">
                <a:pos x="2252" y="2267"/>
              </a:cxn>
              <a:cxn ang="0">
                <a:pos x="1647" y="1665"/>
              </a:cxn>
              <a:cxn ang="0">
                <a:pos x="2978" y="342"/>
              </a:cxn>
              <a:cxn ang="0">
                <a:pos x="3583" y="944"/>
              </a:cxn>
              <a:cxn ang="0">
                <a:pos x="2252" y="2267"/>
              </a:cxn>
              <a:cxn ang="0">
                <a:pos x="2168" y="2350"/>
              </a:cxn>
              <a:cxn ang="0">
                <a:pos x="1321" y="2591"/>
              </a:cxn>
              <a:cxn ang="0">
                <a:pos x="1563" y="1749"/>
              </a:cxn>
              <a:cxn ang="0">
                <a:pos x="2168" y="2350"/>
              </a:cxn>
              <a:cxn ang="0">
                <a:pos x="770" y="495"/>
              </a:cxn>
              <a:cxn ang="0">
                <a:pos x="392" y="874"/>
              </a:cxn>
              <a:cxn ang="0">
                <a:pos x="392" y="3158"/>
              </a:cxn>
              <a:cxn ang="0">
                <a:pos x="770" y="3536"/>
              </a:cxn>
              <a:cxn ang="0">
                <a:pos x="3055" y="3536"/>
              </a:cxn>
              <a:cxn ang="0">
                <a:pos x="3433" y="3158"/>
              </a:cxn>
              <a:cxn ang="0">
                <a:pos x="3433" y="1657"/>
              </a:cxn>
              <a:cxn ang="0">
                <a:pos x="3824" y="1278"/>
              </a:cxn>
              <a:cxn ang="0">
                <a:pos x="3824" y="3297"/>
              </a:cxn>
              <a:cxn ang="0">
                <a:pos x="3181" y="3928"/>
              </a:cxn>
              <a:cxn ang="0">
                <a:pos x="631" y="3928"/>
              </a:cxn>
              <a:cxn ang="0">
                <a:pos x="0" y="3297"/>
              </a:cxn>
              <a:cxn ang="0">
                <a:pos x="0" y="773"/>
              </a:cxn>
              <a:cxn ang="0">
                <a:pos x="631" y="103"/>
              </a:cxn>
              <a:cxn ang="0">
                <a:pos x="2650" y="103"/>
              </a:cxn>
              <a:cxn ang="0">
                <a:pos x="2271" y="495"/>
              </a:cxn>
              <a:cxn ang="0">
                <a:pos x="770" y="495"/>
              </a:cxn>
            </a:cxnLst>
            <a:rect l="0" t="0" r="0" b="0"/>
            <a:pathLst>
              <a:path w="3927" h="3928">
                <a:moveTo>
                  <a:pt x="3857" y="672"/>
                </a:moveTo>
                <a:cubicBezTo>
                  <a:pt x="3675" y="852"/>
                  <a:pt x="3675" y="852"/>
                  <a:pt x="3675" y="852"/>
                </a:cubicBezTo>
                <a:cubicBezTo>
                  <a:pt x="3070" y="251"/>
                  <a:pt x="3070" y="251"/>
                  <a:pt x="3070" y="251"/>
                </a:cubicBezTo>
                <a:cubicBezTo>
                  <a:pt x="3252" y="70"/>
                  <a:pt x="3252" y="70"/>
                  <a:pt x="3252" y="70"/>
                </a:cubicBezTo>
                <a:cubicBezTo>
                  <a:pt x="3319" y="4"/>
                  <a:pt x="3424" y="0"/>
                  <a:pt x="3486" y="63"/>
                </a:cubicBezTo>
                <a:cubicBezTo>
                  <a:pt x="3864" y="438"/>
                  <a:pt x="3864" y="438"/>
                  <a:pt x="3864" y="438"/>
                </a:cubicBezTo>
                <a:cubicBezTo>
                  <a:pt x="3927" y="501"/>
                  <a:pt x="3924" y="605"/>
                  <a:pt x="3857" y="672"/>
                </a:cubicBezTo>
                <a:close/>
                <a:moveTo>
                  <a:pt x="2252" y="2267"/>
                </a:moveTo>
                <a:cubicBezTo>
                  <a:pt x="1647" y="1665"/>
                  <a:pt x="1647" y="1665"/>
                  <a:pt x="1647" y="1665"/>
                </a:cubicBezTo>
                <a:cubicBezTo>
                  <a:pt x="2978" y="342"/>
                  <a:pt x="2978" y="342"/>
                  <a:pt x="2978" y="342"/>
                </a:cubicBezTo>
                <a:cubicBezTo>
                  <a:pt x="3583" y="944"/>
                  <a:pt x="3583" y="944"/>
                  <a:pt x="3583" y="944"/>
                </a:cubicBezTo>
                <a:lnTo>
                  <a:pt x="2252" y="2267"/>
                </a:lnTo>
                <a:close/>
                <a:moveTo>
                  <a:pt x="2168" y="2350"/>
                </a:moveTo>
                <a:cubicBezTo>
                  <a:pt x="1321" y="2591"/>
                  <a:pt x="1321" y="2591"/>
                  <a:pt x="1321" y="2591"/>
                </a:cubicBezTo>
                <a:cubicBezTo>
                  <a:pt x="1563" y="1749"/>
                  <a:pt x="1563" y="1749"/>
                  <a:pt x="1563" y="1749"/>
                </a:cubicBezTo>
                <a:lnTo>
                  <a:pt x="2168" y="2350"/>
                </a:lnTo>
                <a:close/>
                <a:moveTo>
                  <a:pt x="770" y="495"/>
                </a:moveTo>
                <a:cubicBezTo>
                  <a:pt x="561" y="495"/>
                  <a:pt x="392" y="665"/>
                  <a:pt x="392" y="874"/>
                </a:cubicBezTo>
                <a:cubicBezTo>
                  <a:pt x="392" y="3158"/>
                  <a:pt x="392" y="3158"/>
                  <a:pt x="392" y="3158"/>
                </a:cubicBezTo>
                <a:cubicBezTo>
                  <a:pt x="392" y="3367"/>
                  <a:pt x="561" y="3536"/>
                  <a:pt x="770" y="3536"/>
                </a:cubicBezTo>
                <a:cubicBezTo>
                  <a:pt x="3055" y="3536"/>
                  <a:pt x="3055" y="3536"/>
                  <a:pt x="3055" y="3536"/>
                </a:cubicBezTo>
                <a:cubicBezTo>
                  <a:pt x="3264" y="3536"/>
                  <a:pt x="3433" y="3367"/>
                  <a:pt x="3433" y="3158"/>
                </a:cubicBezTo>
                <a:cubicBezTo>
                  <a:pt x="3433" y="1657"/>
                  <a:pt x="3433" y="1657"/>
                  <a:pt x="3433" y="1657"/>
                </a:cubicBezTo>
                <a:cubicBezTo>
                  <a:pt x="3824" y="1278"/>
                  <a:pt x="3824" y="1278"/>
                  <a:pt x="3824" y="1278"/>
                </a:cubicBezTo>
                <a:cubicBezTo>
                  <a:pt x="3824" y="3297"/>
                  <a:pt x="3824" y="3297"/>
                  <a:pt x="3824" y="3297"/>
                </a:cubicBezTo>
                <a:cubicBezTo>
                  <a:pt x="3824" y="3645"/>
                  <a:pt x="3529" y="3928"/>
                  <a:pt x="3181" y="3928"/>
                </a:cubicBezTo>
                <a:cubicBezTo>
                  <a:pt x="631" y="3928"/>
                  <a:pt x="631" y="3928"/>
                  <a:pt x="631" y="3928"/>
                </a:cubicBezTo>
                <a:cubicBezTo>
                  <a:pt x="283" y="3928"/>
                  <a:pt x="0" y="3645"/>
                  <a:pt x="0" y="3297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425"/>
                  <a:pt x="283" y="103"/>
                  <a:pt x="631" y="103"/>
                </a:cubicBezTo>
                <a:cubicBezTo>
                  <a:pt x="2650" y="103"/>
                  <a:pt x="2650" y="103"/>
                  <a:pt x="2650" y="103"/>
                </a:cubicBezTo>
                <a:cubicBezTo>
                  <a:pt x="2271" y="495"/>
                  <a:pt x="2271" y="495"/>
                  <a:pt x="2271" y="495"/>
                </a:cubicBezTo>
                <a:lnTo>
                  <a:pt x="770" y="495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19" name="锁链"/>
          <p:cNvSpPr/>
          <p:nvPr userDrawn="1"/>
        </p:nvSpPr>
        <p:spPr>
          <a:xfrm>
            <a:off x="7189789" y="403700"/>
            <a:ext cx="387344" cy="361899"/>
          </a:xfrm>
          <a:custGeom>
            <a:avLst/>
            <a:gdLst/>
            <a:ahLst/>
            <a:cxnLst>
              <a:cxn ang="0">
                <a:pos x="3234779" y="5158409"/>
              </a:cxn>
              <a:cxn ang="0">
                <a:pos x="4344919" y="6269252"/>
              </a:cxn>
              <a:cxn ang="0">
                <a:pos x="1753345" y="8903750"/>
              </a:cxn>
              <a:cxn ang="0">
                <a:pos x="1753345" y="9654320"/>
              </a:cxn>
              <a:cxn ang="0">
                <a:pos x="1903363" y="9808186"/>
              </a:cxn>
              <a:cxn ang="0">
                <a:pos x="2653457" y="9808186"/>
              </a:cxn>
              <a:cxn ang="0">
                <a:pos x="4209901" y="8250755"/>
              </a:cxn>
              <a:cxn ang="0">
                <a:pos x="5263783" y="7188699"/>
              </a:cxn>
              <a:cxn ang="0">
                <a:pos x="6392675" y="8318306"/>
              </a:cxn>
              <a:cxn ang="0">
                <a:pos x="3786099" y="10934040"/>
              </a:cxn>
              <a:cxn ang="0">
                <a:pos x="774471" y="10934040"/>
              </a:cxn>
              <a:cxn ang="0">
                <a:pos x="624453" y="10783926"/>
              </a:cxn>
              <a:cxn ang="0">
                <a:pos x="624453" y="7774143"/>
              </a:cxn>
              <a:cxn ang="0">
                <a:pos x="3234779" y="5158409"/>
              </a:cxn>
              <a:cxn ang="0">
                <a:pos x="9276495" y="0"/>
              </a:cxn>
              <a:cxn ang="0">
                <a:pos x="10782028" y="622022"/>
              </a:cxn>
              <a:cxn ang="0">
                <a:pos x="10932065" y="772133"/>
              </a:cxn>
              <a:cxn ang="0">
                <a:pos x="10932065" y="3785609"/>
              </a:cxn>
              <a:cxn ang="0">
                <a:pos x="8426439" y="6288709"/>
              </a:cxn>
              <a:cxn ang="0">
                <a:pos x="7297405" y="5159125"/>
              </a:cxn>
              <a:cxn ang="0">
                <a:pos x="9803033" y="2656025"/>
              </a:cxn>
              <a:cxn ang="0">
                <a:pos x="9803033" y="1901718"/>
              </a:cxn>
              <a:cxn ang="0">
                <a:pos x="9652995" y="1751607"/>
              </a:cxn>
              <a:cxn ang="0">
                <a:pos x="8899057" y="1751607"/>
              </a:cxn>
              <a:cxn ang="0">
                <a:pos x="7346169" y="3305255"/>
              </a:cxn>
              <a:cxn ang="0">
                <a:pos x="6389679" y="4247200"/>
              </a:cxn>
              <a:cxn ang="0">
                <a:pos x="5271899" y="3132627"/>
              </a:cxn>
              <a:cxn ang="0">
                <a:pos x="7773775" y="622022"/>
              </a:cxn>
              <a:cxn ang="0">
                <a:pos x="9276495" y="0"/>
              </a:cxn>
            </a:cxnLst>
            <a:rect l="0" t="0" r="0" b="0"/>
            <a:pathLst>
              <a:path w="11556596" h="11558889">
                <a:moveTo>
                  <a:pt x="3234779" y="5158409"/>
                </a:moveTo>
                <a:cubicBezTo>
                  <a:pt x="3234779" y="5158409"/>
                  <a:pt x="3234779" y="5158409"/>
                  <a:pt x="4344919" y="6269252"/>
                </a:cubicBezTo>
                <a:cubicBezTo>
                  <a:pt x="4344919" y="6269252"/>
                  <a:pt x="4344919" y="6269252"/>
                  <a:pt x="1753345" y="8903750"/>
                </a:cubicBezTo>
                <a:cubicBezTo>
                  <a:pt x="1543317" y="9110156"/>
                  <a:pt x="1543317" y="9447913"/>
                  <a:pt x="1753345" y="9654320"/>
                </a:cubicBezTo>
                <a:cubicBezTo>
                  <a:pt x="1753345" y="9654320"/>
                  <a:pt x="1753345" y="9654320"/>
                  <a:pt x="1903363" y="9808186"/>
                </a:cubicBezTo>
                <a:cubicBezTo>
                  <a:pt x="2109639" y="10014592"/>
                  <a:pt x="2447181" y="10014592"/>
                  <a:pt x="2653457" y="9808186"/>
                </a:cubicBezTo>
                <a:cubicBezTo>
                  <a:pt x="2653457" y="9808186"/>
                  <a:pt x="2653457" y="9808186"/>
                  <a:pt x="4209901" y="8250755"/>
                </a:cubicBezTo>
                <a:cubicBezTo>
                  <a:pt x="4209901" y="8250755"/>
                  <a:pt x="4209901" y="8250755"/>
                  <a:pt x="5263783" y="7188699"/>
                </a:cubicBezTo>
                <a:lnTo>
                  <a:pt x="6392675" y="8318306"/>
                </a:lnTo>
                <a:cubicBezTo>
                  <a:pt x="6392675" y="8318306"/>
                  <a:pt x="6392675" y="8318306"/>
                  <a:pt x="3786099" y="10934040"/>
                </a:cubicBezTo>
                <a:cubicBezTo>
                  <a:pt x="2953495" y="11767172"/>
                  <a:pt x="1607075" y="11767172"/>
                  <a:pt x="774471" y="10934040"/>
                </a:cubicBezTo>
                <a:cubicBezTo>
                  <a:pt x="774471" y="10934040"/>
                  <a:pt x="774471" y="10934040"/>
                  <a:pt x="624453" y="10783926"/>
                </a:cubicBezTo>
                <a:cubicBezTo>
                  <a:pt x="-208151" y="9954547"/>
                  <a:pt x="-208151" y="8607275"/>
                  <a:pt x="624453" y="7774143"/>
                </a:cubicBezTo>
                <a:cubicBezTo>
                  <a:pt x="624453" y="7774143"/>
                  <a:pt x="2079635" y="6310533"/>
                  <a:pt x="3234779" y="5158409"/>
                </a:cubicBezTo>
                <a:close/>
                <a:moveTo>
                  <a:pt x="9276495" y="0"/>
                </a:moveTo>
                <a:cubicBezTo>
                  <a:pt x="9820850" y="0"/>
                  <a:pt x="10365673" y="207340"/>
                  <a:pt x="10782028" y="622022"/>
                </a:cubicBezTo>
                <a:cubicBezTo>
                  <a:pt x="10782028" y="622022"/>
                  <a:pt x="10782028" y="622022"/>
                  <a:pt x="10932065" y="772133"/>
                </a:cubicBezTo>
                <a:cubicBezTo>
                  <a:pt x="11764774" y="1605249"/>
                  <a:pt x="11764774" y="2952494"/>
                  <a:pt x="10932065" y="3785609"/>
                </a:cubicBezTo>
                <a:cubicBezTo>
                  <a:pt x="10932065" y="3785609"/>
                  <a:pt x="10932065" y="3785609"/>
                  <a:pt x="8426439" y="6288709"/>
                </a:cubicBezTo>
                <a:cubicBezTo>
                  <a:pt x="8426439" y="6288709"/>
                  <a:pt x="8426439" y="6288709"/>
                  <a:pt x="7297405" y="5159125"/>
                </a:cubicBezTo>
                <a:cubicBezTo>
                  <a:pt x="7297405" y="5159125"/>
                  <a:pt x="7297405" y="5159125"/>
                  <a:pt x="9803033" y="2656025"/>
                </a:cubicBezTo>
                <a:cubicBezTo>
                  <a:pt x="10009335" y="2449622"/>
                  <a:pt x="10009335" y="2111873"/>
                  <a:pt x="9803033" y="1901718"/>
                </a:cubicBezTo>
                <a:cubicBezTo>
                  <a:pt x="9803033" y="1901718"/>
                  <a:pt x="9803033" y="1901718"/>
                  <a:pt x="9652995" y="1751607"/>
                </a:cubicBezTo>
                <a:cubicBezTo>
                  <a:pt x="9446694" y="1545204"/>
                  <a:pt x="9109109" y="1545204"/>
                  <a:pt x="8899057" y="1751607"/>
                </a:cubicBezTo>
                <a:cubicBezTo>
                  <a:pt x="8899057" y="1751607"/>
                  <a:pt x="8899057" y="1751607"/>
                  <a:pt x="7346169" y="3305255"/>
                </a:cubicBezTo>
                <a:cubicBezTo>
                  <a:pt x="7346169" y="3305255"/>
                  <a:pt x="7346169" y="3305255"/>
                  <a:pt x="6389679" y="4247200"/>
                </a:cubicBezTo>
                <a:cubicBezTo>
                  <a:pt x="6389679" y="4247200"/>
                  <a:pt x="6389679" y="4247200"/>
                  <a:pt x="5271899" y="3132627"/>
                </a:cubicBezTo>
                <a:cubicBezTo>
                  <a:pt x="5271899" y="3132627"/>
                  <a:pt x="5271899" y="3132627"/>
                  <a:pt x="7773775" y="622022"/>
                </a:cubicBezTo>
                <a:cubicBezTo>
                  <a:pt x="8188253" y="207340"/>
                  <a:pt x="8732139" y="0"/>
                  <a:pt x="9276495" y="0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6" name="矩形 5"/>
          <p:cNvSpPr/>
          <p:nvPr userDrawn="1"/>
        </p:nvSpPr>
        <p:spPr>
          <a:xfrm>
            <a:off x="2468880" y="277707"/>
            <a:ext cx="2128520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关于企业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7129780" y="281093"/>
            <a:ext cx="2139527" cy="614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9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产品介绍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8" name="书写"/>
          <p:cNvSpPr/>
          <p:nvPr userDrawn="1"/>
        </p:nvSpPr>
        <p:spPr>
          <a:xfrm>
            <a:off x="2580323" y="411128"/>
            <a:ext cx="360368" cy="338747"/>
          </a:xfrm>
          <a:custGeom>
            <a:avLst/>
            <a:gdLst/>
            <a:ahLst/>
            <a:cxnLst>
              <a:cxn ang="0">
                <a:pos x="3857" y="672"/>
              </a:cxn>
              <a:cxn ang="0">
                <a:pos x="3675" y="852"/>
              </a:cxn>
              <a:cxn ang="0">
                <a:pos x="3070" y="251"/>
              </a:cxn>
              <a:cxn ang="0">
                <a:pos x="3252" y="70"/>
              </a:cxn>
              <a:cxn ang="0">
                <a:pos x="3486" y="63"/>
              </a:cxn>
              <a:cxn ang="0">
                <a:pos x="3864" y="438"/>
              </a:cxn>
              <a:cxn ang="0">
                <a:pos x="3857" y="672"/>
              </a:cxn>
              <a:cxn ang="0">
                <a:pos x="2252" y="2267"/>
              </a:cxn>
              <a:cxn ang="0">
                <a:pos x="1647" y="1665"/>
              </a:cxn>
              <a:cxn ang="0">
                <a:pos x="2978" y="342"/>
              </a:cxn>
              <a:cxn ang="0">
                <a:pos x="3583" y="944"/>
              </a:cxn>
              <a:cxn ang="0">
                <a:pos x="2252" y="2267"/>
              </a:cxn>
              <a:cxn ang="0">
                <a:pos x="2168" y="2350"/>
              </a:cxn>
              <a:cxn ang="0">
                <a:pos x="1321" y="2591"/>
              </a:cxn>
              <a:cxn ang="0">
                <a:pos x="1563" y="1749"/>
              </a:cxn>
              <a:cxn ang="0">
                <a:pos x="2168" y="2350"/>
              </a:cxn>
              <a:cxn ang="0">
                <a:pos x="770" y="495"/>
              </a:cxn>
              <a:cxn ang="0">
                <a:pos x="392" y="874"/>
              </a:cxn>
              <a:cxn ang="0">
                <a:pos x="392" y="3158"/>
              </a:cxn>
              <a:cxn ang="0">
                <a:pos x="770" y="3536"/>
              </a:cxn>
              <a:cxn ang="0">
                <a:pos x="3055" y="3536"/>
              </a:cxn>
              <a:cxn ang="0">
                <a:pos x="3433" y="3158"/>
              </a:cxn>
              <a:cxn ang="0">
                <a:pos x="3433" y="1657"/>
              </a:cxn>
              <a:cxn ang="0">
                <a:pos x="3824" y="1278"/>
              </a:cxn>
              <a:cxn ang="0">
                <a:pos x="3824" y="3297"/>
              </a:cxn>
              <a:cxn ang="0">
                <a:pos x="3181" y="3928"/>
              </a:cxn>
              <a:cxn ang="0">
                <a:pos x="631" y="3928"/>
              </a:cxn>
              <a:cxn ang="0">
                <a:pos x="0" y="3297"/>
              </a:cxn>
              <a:cxn ang="0">
                <a:pos x="0" y="773"/>
              </a:cxn>
              <a:cxn ang="0">
                <a:pos x="631" y="103"/>
              </a:cxn>
              <a:cxn ang="0">
                <a:pos x="2650" y="103"/>
              </a:cxn>
              <a:cxn ang="0">
                <a:pos x="2271" y="495"/>
              </a:cxn>
              <a:cxn ang="0">
                <a:pos x="770" y="495"/>
              </a:cxn>
            </a:cxnLst>
            <a:rect l="0" t="0" r="0" b="0"/>
            <a:pathLst>
              <a:path w="3927" h="3928">
                <a:moveTo>
                  <a:pt x="3857" y="672"/>
                </a:moveTo>
                <a:cubicBezTo>
                  <a:pt x="3675" y="852"/>
                  <a:pt x="3675" y="852"/>
                  <a:pt x="3675" y="852"/>
                </a:cubicBezTo>
                <a:cubicBezTo>
                  <a:pt x="3070" y="251"/>
                  <a:pt x="3070" y="251"/>
                  <a:pt x="3070" y="251"/>
                </a:cubicBezTo>
                <a:cubicBezTo>
                  <a:pt x="3252" y="70"/>
                  <a:pt x="3252" y="70"/>
                  <a:pt x="3252" y="70"/>
                </a:cubicBezTo>
                <a:cubicBezTo>
                  <a:pt x="3319" y="4"/>
                  <a:pt x="3424" y="0"/>
                  <a:pt x="3486" y="63"/>
                </a:cubicBezTo>
                <a:cubicBezTo>
                  <a:pt x="3864" y="438"/>
                  <a:pt x="3864" y="438"/>
                  <a:pt x="3864" y="438"/>
                </a:cubicBezTo>
                <a:cubicBezTo>
                  <a:pt x="3927" y="501"/>
                  <a:pt x="3924" y="605"/>
                  <a:pt x="3857" y="672"/>
                </a:cubicBezTo>
                <a:close/>
                <a:moveTo>
                  <a:pt x="2252" y="2267"/>
                </a:moveTo>
                <a:cubicBezTo>
                  <a:pt x="1647" y="1665"/>
                  <a:pt x="1647" y="1665"/>
                  <a:pt x="1647" y="1665"/>
                </a:cubicBezTo>
                <a:cubicBezTo>
                  <a:pt x="2978" y="342"/>
                  <a:pt x="2978" y="342"/>
                  <a:pt x="2978" y="342"/>
                </a:cubicBezTo>
                <a:cubicBezTo>
                  <a:pt x="3583" y="944"/>
                  <a:pt x="3583" y="944"/>
                  <a:pt x="3583" y="944"/>
                </a:cubicBezTo>
                <a:lnTo>
                  <a:pt x="2252" y="2267"/>
                </a:lnTo>
                <a:close/>
                <a:moveTo>
                  <a:pt x="2168" y="2350"/>
                </a:moveTo>
                <a:cubicBezTo>
                  <a:pt x="1321" y="2591"/>
                  <a:pt x="1321" y="2591"/>
                  <a:pt x="1321" y="2591"/>
                </a:cubicBezTo>
                <a:cubicBezTo>
                  <a:pt x="1563" y="1749"/>
                  <a:pt x="1563" y="1749"/>
                  <a:pt x="1563" y="1749"/>
                </a:cubicBezTo>
                <a:lnTo>
                  <a:pt x="2168" y="2350"/>
                </a:lnTo>
                <a:close/>
                <a:moveTo>
                  <a:pt x="770" y="495"/>
                </a:moveTo>
                <a:cubicBezTo>
                  <a:pt x="561" y="495"/>
                  <a:pt x="392" y="665"/>
                  <a:pt x="392" y="874"/>
                </a:cubicBezTo>
                <a:cubicBezTo>
                  <a:pt x="392" y="3158"/>
                  <a:pt x="392" y="3158"/>
                  <a:pt x="392" y="3158"/>
                </a:cubicBezTo>
                <a:cubicBezTo>
                  <a:pt x="392" y="3367"/>
                  <a:pt x="561" y="3536"/>
                  <a:pt x="770" y="3536"/>
                </a:cubicBezTo>
                <a:cubicBezTo>
                  <a:pt x="3055" y="3536"/>
                  <a:pt x="3055" y="3536"/>
                  <a:pt x="3055" y="3536"/>
                </a:cubicBezTo>
                <a:cubicBezTo>
                  <a:pt x="3264" y="3536"/>
                  <a:pt x="3433" y="3367"/>
                  <a:pt x="3433" y="3158"/>
                </a:cubicBezTo>
                <a:cubicBezTo>
                  <a:pt x="3433" y="1657"/>
                  <a:pt x="3433" y="1657"/>
                  <a:pt x="3433" y="1657"/>
                </a:cubicBezTo>
                <a:cubicBezTo>
                  <a:pt x="3824" y="1278"/>
                  <a:pt x="3824" y="1278"/>
                  <a:pt x="3824" y="1278"/>
                </a:cubicBezTo>
                <a:cubicBezTo>
                  <a:pt x="3824" y="3297"/>
                  <a:pt x="3824" y="3297"/>
                  <a:pt x="3824" y="3297"/>
                </a:cubicBezTo>
                <a:cubicBezTo>
                  <a:pt x="3824" y="3645"/>
                  <a:pt x="3529" y="3928"/>
                  <a:pt x="3181" y="3928"/>
                </a:cubicBezTo>
                <a:cubicBezTo>
                  <a:pt x="631" y="3928"/>
                  <a:pt x="631" y="3928"/>
                  <a:pt x="631" y="3928"/>
                </a:cubicBezTo>
                <a:cubicBezTo>
                  <a:pt x="283" y="3928"/>
                  <a:pt x="0" y="3645"/>
                  <a:pt x="0" y="3297"/>
                </a:cubicBezTo>
                <a:cubicBezTo>
                  <a:pt x="0" y="773"/>
                  <a:pt x="0" y="773"/>
                  <a:pt x="0" y="773"/>
                </a:cubicBezTo>
                <a:cubicBezTo>
                  <a:pt x="0" y="425"/>
                  <a:pt x="283" y="103"/>
                  <a:pt x="631" y="103"/>
                </a:cubicBezTo>
                <a:cubicBezTo>
                  <a:pt x="2650" y="103"/>
                  <a:pt x="2650" y="103"/>
                  <a:pt x="2650" y="103"/>
                </a:cubicBezTo>
                <a:cubicBezTo>
                  <a:pt x="2271" y="495"/>
                  <a:pt x="2271" y="495"/>
                  <a:pt x="2271" y="495"/>
                </a:cubicBezTo>
                <a:lnTo>
                  <a:pt x="770" y="495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sp>
        <p:nvSpPr>
          <p:cNvPr id="9" name="锁链"/>
          <p:cNvSpPr/>
          <p:nvPr userDrawn="1"/>
        </p:nvSpPr>
        <p:spPr>
          <a:xfrm>
            <a:off x="7250324" y="422135"/>
            <a:ext cx="364103" cy="340184"/>
          </a:xfrm>
          <a:custGeom>
            <a:avLst/>
            <a:gdLst/>
            <a:ahLst/>
            <a:cxnLst>
              <a:cxn ang="0">
                <a:pos x="3234779" y="5158409"/>
              </a:cxn>
              <a:cxn ang="0">
                <a:pos x="4344919" y="6269252"/>
              </a:cxn>
              <a:cxn ang="0">
                <a:pos x="1753345" y="8903750"/>
              </a:cxn>
              <a:cxn ang="0">
                <a:pos x="1753345" y="9654320"/>
              </a:cxn>
              <a:cxn ang="0">
                <a:pos x="1903363" y="9808186"/>
              </a:cxn>
              <a:cxn ang="0">
                <a:pos x="2653457" y="9808186"/>
              </a:cxn>
              <a:cxn ang="0">
                <a:pos x="4209901" y="8250755"/>
              </a:cxn>
              <a:cxn ang="0">
                <a:pos x="5263783" y="7188699"/>
              </a:cxn>
              <a:cxn ang="0">
                <a:pos x="6392675" y="8318306"/>
              </a:cxn>
              <a:cxn ang="0">
                <a:pos x="3786099" y="10934040"/>
              </a:cxn>
              <a:cxn ang="0">
                <a:pos x="774471" y="10934040"/>
              </a:cxn>
              <a:cxn ang="0">
                <a:pos x="624453" y="10783926"/>
              </a:cxn>
              <a:cxn ang="0">
                <a:pos x="624453" y="7774143"/>
              </a:cxn>
              <a:cxn ang="0">
                <a:pos x="3234779" y="5158409"/>
              </a:cxn>
              <a:cxn ang="0">
                <a:pos x="9276495" y="0"/>
              </a:cxn>
              <a:cxn ang="0">
                <a:pos x="10782028" y="622022"/>
              </a:cxn>
              <a:cxn ang="0">
                <a:pos x="10932065" y="772133"/>
              </a:cxn>
              <a:cxn ang="0">
                <a:pos x="10932065" y="3785609"/>
              </a:cxn>
              <a:cxn ang="0">
                <a:pos x="8426439" y="6288709"/>
              </a:cxn>
              <a:cxn ang="0">
                <a:pos x="7297405" y="5159125"/>
              </a:cxn>
              <a:cxn ang="0">
                <a:pos x="9803033" y="2656025"/>
              </a:cxn>
              <a:cxn ang="0">
                <a:pos x="9803033" y="1901718"/>
              </a:cxn>
              <a:cxn ang="0">
                <a:pos x="9652995" y="1751607"/>
              </a:cxn>
              <a:cxn ang="0">
                <a:pos x="8899057" y="1751607"/>
              </a:cxn>
              <a:cxn ang="0">
                <a:pos x="7346169" y="3305255"/>
              </a:cxn>
              <a:cxn ang="0">
                <a:pos x="6389679" y="4247200"/>
              </a:cxn>
              <a:cxn ang="0">
                <a:pos x="5271899" y="3132627"/>
              </a:cxn>
              <a:cxn ang="0">
                <a:pos x="7773775" y="622022"/>
              </a:cxn>
              <a:cxn ang="0">
                <a:pos x="9276495" y="0"/>
              </a:cxn>
            </a:cxnLst>
            <a:rect l="0" t="0" r="0" b="0"/>
            <a:pathLst>
              <a:path w="11556596" h="11558889">
                <a:moveTo>
                  <a:pt x="3234779" y="5158409"/>
                </a:moveTo>
                <a:cubicBezTo>
                  <a:pt x="3234779" y="5158409"/>
                  <a:pt x="3234779" y="5158409"/>
                  <a:pt x="4344919" y="6269252"/>
                </a:cubicBezTo>
                <a:cubicBezTo>
                  <a:pt x="4344919" y="6269252"/>
                  <a:pt x="4344919" y="6269252"/>
                  <a:pt x="1753345" y="8903750"/>
                </a:cubicBezTo>
                <a:cubicBezTo>
                  <a:pt x="1543317" y="9110156"/>
                  <a:pt x="1543317" y="9447913"/>
                  <a:pt x="1753345" y="9654320"/>
                </a:cubicBezTo>
                <a:cubicBezTo>
                  <a:pt x="1753345" y="9654320"/>
                  <a:pt x="1753345" y="9654320"/>
                  <a:pt x="1903363" y="9808186"/>
                </a:cubicBezTo>
                <a:cubicBezTo>
                  <a:pt x="2109639" y="10014592"/>
                  <a:pt x="2447181" y="10014592"/>
                  <a:pt x="2653457" y="9808186"/>
                </a:cubicBezTo>
                <a:cubicBezTo>
                  <a:pt x="2653457" y="9808186"/>
                  <a:pt x="2653457" y="9808186"/>
                  <a:pt x="4209901" y="8250755"/>
                </a:cubicBezTo>
                <a:cubicBezTo>
                  <a:pt x="4209901" y="8250755"/>
                  <a:pt x="4209901" y="8250755"/>
                  <a:pt x="5263783" y="7188699"/>
                </a:cubicBezTo>
                <a:lnTo>
                  <a:pt x="6392675" y="8318306"/>
                </a:lnTo>
                <a:cubicBezTo>
                  <a:pt x="6392675" y="8318306"/>
                  <a:pt x="6392675" y="8318306"/>
                  <a:pt x="3786099" y="10934040"/>
                </a:cubicBezTo>
                <a:cubicBezTo>
                  <a:pt x="2953495" y="11767172"/>
                  <a:pt x="1607075" y="11767172"/>
                  <a:pt x="774471" y="10934040"/>
                </a:cubicBezTo>
                <a:cubicBezTo>
                  <a:pt x="774471" y="10934040"/>
                  <a:pt x="774471" y="10934040"/>
                  <a:pt x="624453" y="10783926"/>
                </a:cubicBezTo>
                <a:cubicBezTo>
                  <a:pt x="-208151" y="9954547"/>
                  <a:pt x="-208151" y="8607275"/>
                  <a:pt x="624453" y="7774143"/>
                </a:cubicBezTo>
                <a:cubicBezTo>
                  <a:pt x="624453" y="7774143"/>
                  <a:pt x="2079635" y="6310533"/>
                  <a:pt x="3234779" y="5158409"/>
                </a:cubicBezTo>
                <a:close/>
                <a:moveTo>
                  <a:pt x="9276495" y="0"/>
                </a:moveTo>
                <a:cubicBezTo>
                  <a:pt x="9820850" y="0"/>
                  <a:pt x="10365673" y="207340"/>
                  <a:pt x="10782028" y="622022"/>
                </a:cubicBezTo>
                <a:cubicBezTo>
                  <a:pt x="10782028" y="622022"/>
                  <a:pt x="10782028" y="622022"/>
                  <a:pt x="10932065" y="772133"/>
                </a:cubicBezTo>
                <a:cubicBezTo>
                  <a:pt x="11764774" y="1605249"/>
                  <a:pt x="11764774" y="2952494"/>
                  <a:pt x="10932065" y="3785609"/>
                </a:cubicBezTo>
                <a:cubicBezTo>
                  <a:pt x="10932065" y="3785609"/>
                  <a:pt x="10932065" y="3785609"/>
                  <a:pt x="8426439" y="6288709"/>
                </a:cubicBezTo>
                <a:cubicBezTo>
                  <a:pt x="8426439" y="6288709"/>
                  <a:pt x="8426439" y="6288709"/>
                  <a:pt x="7297405" y="5159125"/>
                </a:cubicBezTo>
                <a:cubicBezTo>
                  <a:pt x="7297405" y="5159125"/>
                  <a:pt x="7297405" y="5159125"/>
                  <a:pt x="9803033" y="2656025"/>
                </a:cubicBezTo>
                <a:cubicBezTo>
                  <a:pt x="10009335" y="2449622"/>
                  <a:pt x="10009335" y="2111873"/>
                  <a:pt x="9803033" y="1901718"/>
                </a:cubicBezTo>
                <a:cubicBezTo>
                  <a:pt x="9803033" y="1901718"/>
                  <a:pt x="9803033" y="1901718"/>
                  <a:pt x="9652995" y="1751607"/>
                </a:cubicBezTo>
                <a:cubicBezTo>
                  <a:pt x="9446694" y="1545204"/>
                  <a:pt x="9109109" y="1545204"/>
                  <a:pt x="8899057" y="1751607"/>
                </a:cubicBezTo>
                <a:cubicBezTo>
                  <a:pt x="8899057" y="1751607"/>
                  <a:pt x="8899057" y="1751607"/>
                  <a:pt x="7346169" y="3305255"/>
                </a:cubicBezTo>
                <a:cubicBezTo>
                  <a:pt x="7346169" y="3305255"/>
                  <a:pt x="7346169" y="3305255"/>
                  <a:pt x="6389679" y="4247200"/>
                </a:cubicBezTo>
                <a:cubicBezTo>
                  <a:pt x="6389679" y="4247200"/>
                  <a:pt x="6389679" y="4247200"/>
                  <a:pt x="5271899" y="3132627"/>
                </a:cubicBezTo>
                <a:cubicBezTo>
                  <a:pt x="5271899" y="3132627"/>
                  <a:pt x="5271899" y="3132627"/>
                  <a:pt x="7773775" y="622022"/>
                </a:cubicBezTo>
                <a:cubicBezTo>
                  <a:pt x="8188253" y="207340"/>
                  <a:pt x="8732139" y="0"/>
                  <a:pt x="9276495" y="0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  <p:cxnSp>
        <p:nvCxnSpPr>
          <p:cNvPr id="10" name="直接连接符 4"/>
          <p:cNvCxnSpPr/>
          <p:nvPr userDrawn="1"/>
        </p:nvCxnSpPr>
        <p:spPr>
          <a:xfrm>
            <a:off x="1963737" y="963613"/>
            <a:ext cx="78644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/>
        </p:nvSpPr>
        <p:spPr>
          <a:xfrm>
            <a:off x="4756573" y="277707"/>
            <a:ext cx="2222500" cy="6146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01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85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400000000000000" pitchFamily="34" charset="-122"/>
                <a:ea typeface="思源黑体" panose="020B0400000000000000" pitchFamily="34" charset="-122"/>
                <a:cs typeface="+mn-cs"/>
                <a:sym typeface="+mn-ea"/>
              </a:rPr>
              <a:t>公司优势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+mn-ea"/>
            </a:endParaRPr>
          </a:p>
        </p:txBody>
      </p:sp>
      <p:sp>
        <p:nvSpPr>
          <p:cNvPr id="12" name="齿轮"/>
          <p:cNvSpPr/>
          <p:nvPr userDrawn="1"/>
        </p:nvSpPr>
        <p:spPr>
          <a:xfrm>
            <a:off x="4814464" y="374721"/>
            <a:ext cx="510017" cy="338747"/>
          </a:xfrm>
          <a:custGeom>
            <a:avLst/>
            <a:gdLst/>
            <a:ahLst/>
            <a:cxnLst>
              <a:cxn ang="0">
                <a:pos x="1355710" y="833245"/>
              </a:cxn>
              <a:cxn ang="0">
                <a:pos x="1907230" y="833245"/>
              </a:cxn>
              <a:cxn ang="0">
                <a:pos x="1596087" y="400771"/>
              </a:cxn>
              <a:cxn ang="0">
                <a:pos x="1682233" y="488008"/>
              </a:cxn>
              <a:cxn ang="0">
                <a:pos x="1882355" y="479207"/>
              </a:cxn>
              <a:cxn ang="0">
                <a:pos x="1892271" y="601408"/>
              </a:cxn>
              <a:cxn ang="0">
                <a:pos x="2051230" y="723302"/>
              </a:cxn>
              <a:cxn ang="0">
                <a:pos x="1980277" y="823287"/>
              </a:cxn>
              <a:cxn ang="0">
                <a:pos x="2023695" y="1018840"/>
              </a:cxn>
              <a:cxn ang="0">
                <a:pos x="1905073" y="1049826"/>
              </a:cxn>
              <a:cxn ang="0">
                <a:pos x="1812635" y="1227537"/>
              </a:cxn>
              <a:cxn ang="0">
                <a:pos x="1701847" y="1175024"/>
              </a:cxn>
              <a:cxn ang="0">
                <a:pos x="1516804" y="1251740"/>
              </a:cxn>
              <a:cxn ang="0">
                <a:pos x="1465691" y="1140300"/>
              </a:cxn>
              <a:cxn ang="0">
                <a:pos x="1274628" y="1080125"/>
              </a:cxn>
              <a:cxn ang="0">
                <a:pos x="1307105" y="961902"/>
              </a:cxn>
              <a:cxn ang="0">
                <a:pos x="1199422" y="792992"/>
              </a:cxn>
              <a:cxn ang="0">
                <a:pos x="1300293" y="723304"/>
              </a:cxn>
              <a:cxn ang="0">
                <a:pos x="1326376" y="524695"/>
              </a:cxn>
              <a:cxn ang="0">
                <a:pos x="1448443" y="536149"/>
              </a:cxn>
              <a:cxn ang="0">
                <a:pos x="1596087" y="400771"/>
              </a:cxn>
              <a:cxn ang="0">
                <a:pos x="234432" y="648711"/>
              </a:cxn>
              <a:cxn ang="0">
                <a:pos x="1061712" y="648711"/>
              </a:cxn>
              <a:cxn ang="0">
                <a:pos x="594998" y="0"/>
              </a:cxn>
              <a:cxn ang="0">
                <a:pos x="724216" y="130856"/>
              </a:cxn>
              <a:cxn ang="0">
                <a:pos x="1024399" y="117654"/>
              </a:cxn>
              <a:cxn ang="0">
                <a:pos x="1039273" y="300956"/>
              </a:cxn>
              <a:cxn ang="0">
                <a:pos x="1277712" y="483796"/>
              </a:cxn>
              <a:cxn ang="0">
                <a:pos x="1171283" y="633774"/>
              </a:cxn>
              <a:cxn ang="0">
                <a:pos x="1236410" y="927104"/>
              </a:cxn>
              <a:cxn ang="0">
                <a:pos x="1058476" y="973583"/>
              </a:cxn>
              <a:cxn ang="0">
                <a:pos x="919819" y="1240149"/>
              </a:cxn>
              <a:cxn ang="0">
                <a:pos x="753637" y="1161380"/>
              </a:cxn>
              <a:cxn ang="0">
                <a:pos x="476073" y="1276454"/>
              </a:cxn>
              <a:cxn ang="0">
                <a:pos x="399403" y="1109294"/>
              </a:cxn>
              <a:cxn ang="0">
                <a:pos x="112809" y="1019032"/>
              </a:cxn>
              <a:cxn ang="0">
                <a:pos x="161524" y="841697"/>
              </a:cxn>
              <a:cxn ang="0">
                <a:pos x="0" y="588332"/>
              </a:cxn>
              <a:cxn ang="0">
                <a:pos x="151306" y="483799"/>
              </a:cxn>
              <a:cxn ang="0">
                <a:pos x="190431" y="185886"/>
              </a:cxn>
              <a:cxn ang="0">
                <a:pos x="373531" y="203067"/>
              </a:cxn>
              <a:cxn ang="0">
                <a:pos x="594998" y="0"/>
              </a:cxn>
            </a:cxnLst>
            <a:rect l="0" t="0" r="0" b="0"/>
            <a:pathLst>
              <a:path w="2063518" h="1276454">
                <a:moveTo>
                  <a:pt x="1631470" y="557485"/>
                </a:moveTo>
                <a:cubicBezTo>
                  <a:pt x="1479172" y="557485"/>
                  <a:pt x="1355710" y="680947"/>
                  <a:pt x="1355710" y="833245"/>
                </a:cubicBezTo>
                <a:cubicBezTo>
                  <a:pt x="1355710" y="985543"/>
                  <a:pt x="1479172" y="1109005"/>
                  <a:pt x="1631470" y="1109005"/>
                </a:cubicBezTo>
                <a:cubicBezTo>
                  <a:pt x="1783768" y="1109005"/>
                  <a:pt x="1907230" y="985543"/>
                  <a:pt x="1907230" y="833245"/>
                </a:cubicBezTo>
                <a:cubicBezTo>
                  <a:pt x="1907230" y="680947"/>
                  <a:pt x="1783768" y="557485"/>
                  <a:pt x="1631470" y="557485"/>
                </a:cubicBezTo>
                <a:close/>
                <a:moveTo>
                  <a:pt x="1596087" y="400771"/>
                </a:moveTo>
                <a:lnTo>
                  <a:pt x="1666853" y="400771"/>
                </a:lnTo>
                <a:lnTo>
                  <a:pt x="1682233" y="488008"/>
                </a:lnTo>
                <a:cubicBezTo>
                  <a:pt x="1729134" y="494904"/>
                  <a:pt x="1774137" y="511284"/>
                  <a:pt x="1814498" y="536149"/>
                </a:cubicBezTo>
                <a:lnTo>
                  <a:pt x="1882355" y="479207"/>
                </a:lnTo>
                <a:lnTo>
                  <a:pt x="1936564" y="524695"/>
                </a:lnTo>
                <a:lnTo>
                  <a:pt x="1892271" y="601408"/>
                </a:lnTo>
                <a:cubicBezTo>
                  <a:pt x="1923766" y="636838"/>
                  <a:pt x="1947711" y="678313"/>
                  <a:pt x="1962647" y="723304"/>
                </a:cubicBezTo>
                <a:lnTo>
                  <a:pt x="2051230" y="723302"/>
                </a:lnTo>
                <a:lnTo>
                  <a:pt x="2063518" y="792992"/>
                </a:lnTo>
                <a:lnTo>
                  <a:pt x="1980277" y="823287"/>
                </a:lnTo>
                <a:cubicBezTo>
                  <a:pt x="1981630" y="870672"/>
                  <a:pt x="1973314" y="917837"/>
                  <a:pt x="1955836" y="961902"/>
                </a:cubicBezTo>
                <a:lnTo>
                  <a:pt x="2023695" y="1018840"/>
                </a:lnTo>
                <a:lnTo>
                  <a:pt x="1988313" y="1080125"/>
                </a:lnTo>
                <a:lnTo>
                  <a:pt x="1905073" y="1049826"/>
                </a:lnTo>
                <a:cubicBezTo>
                  <a:pt x="1875651" y="1086995"/>
                  <a:pt x="1838963" y="1117779"/>
                  <a:pt x="1797250" y="1140300"/>
                </a:cubicBezTo>
                <a:lnTo>
                  <a:pt x="1812635" y="1227537"/>
                </a:lnTo>
                <a:lnTo>
                  <a:pt x="1746136" y="1251740"/>
                </a:lnTo>
                <a:lnTo>
                  <a:pt x="1701847" y="1175024"/>
                </a:lnTo>
                <a:cubicBezTo>
                  <a:pt x="1655416" y="1184585"/>
                  <a:pt x="1607524" y="1184585"/>
                  <a:pt x="1561093" y="1175024"/>
                </a:cubicBezTo>
                <a:lnTo>
                  <a:pt x="1516804" y="1251740"/>
                </a:lnTo>
                <a:lnTo>
                  <a:pt x="1450306" y="1227537"/>
                </a:lnTo>
                <a:lnTo>
                  <a:pt x="1465691" y="1140300"/>
                </a:lnTo>
                <a:cubicBezTo>
                  <a:pt x="1423978" y="1117779"/>
                  <a:pt x="1387290" y="1086995"/>
                  <a:pt x="1357868" y="1049826"/>
                </a:cubicBezTo>
                <a:lnTo>
                  <a:pt x="1274628" y="1080125"/>
                </a:lnTo>
                <a:lnTo>
                  <a:pt x="1239245" y="1018840"/>
                </a:lnTo>
                <a:lnTo>
                  <a:pt x="1307105" y="961902"/>
                </a:lnTo>
                <a:cubicBezTo>
                  <a:pt x="1289627" y="917837"/>
                  <a:pt x="1281310" y="870672"/>
                  <a:pt x="1282663" y="823287"/>
                </a:cubicBezTo>
                <a:lnTo>
                  <a:pt x="1199422" y="792992"/>
                </a:lnTo>
                <a:lnTo>
                  <a:pt x="1211710" y="723302"/>
                </a:lnTo>
                <a:lnTo>
                  <a:pt x="1300293" y="723304"/>
                </a:lnTo>
                <a:cubicBezTo>
                  <a:pt x="1315229" y="678313"/>
                  <a:pt x="1339174" y="636838"/>
                  <a:pt x="1370670" y="601408"/>
                </a:cubicBezTo>
                <a:lnTo>
                  <a:pt x="1326376" y="524695"/>
                </a:lnTo>
                <a:lnTo>
                  <a:pt x="1380586" y="479207"/>
                </a:lnTo>
                <a:lnTo>
                  <a:pt x="1448443" y="536149"/>
                </a:lnTo>
                <a:cubicBezTo>
                  <a:pt x="1488803" y="511284"/>
                  <a:pt x="1533807" y="494905"/>
                  <a:pt x="1580707" y="488008"/>
                </a:cubicBezTo>
                <a:lnTo>
                  <a:pt x="1596087" y="400771"/>
                </a:lnTo>
                <a:close/>
                <a:moveTo>
                  <a:pt x="648072" y="235071"/>
                </a:moveTo>
                <a:cubicBezTo>
                  <a:pt x="419625" y="235071"/>
                  <a:pt x="234432" y="420264"/>
                  <a:pt x="234432" y="648711"/>
                </a:cubicBezTo>
                <a:cubicBezTo>
                  <a:pt x="234432" y="877158"/>
                  <a:pt x="419625" y="1062352"/>
                  <a:pt x="648072" y="1062352"/>
                </a:cubicBezTo>
                <a:cubicBezTo>
                  <a:pt x="876519" y="1062352"/>
                  <a:pt x="1061712" y="877158"/>
                  <a:pt x="1061712" y="648711"/>
                </a:cubicBezTo>
                <a:cubicBezTo>
                  <a:pt x="1061712" y="420264"/>
                  <a:pt x="876519" y="235071"/>
                  <a:pt x="648072" y="235071"/>
                </a:cubicBezTo>
                <a:close/>
                <a:moveTo>
                  <a:pt x="594998" y="0"/>
                </a:moveTo>
                <a:lnTo>
                  <a:pt x="701146" y="0"/>
                </a:lnTo>
                <a:lnTo>
                  <a:pt x="724216" y="130856"/>
                </a:lnTo>
                <a:cubicBezTo>
                  <a:pt x="794567" y="141200"/>
                  <a:pt x="862072" y="165770"/>
                  <a:pt x="922614" y="203067"/>
                </a:cubicBezTo>
                <a:lnTo>
                  <a:pt x="1024399" y="117654"/>
                </a:lnTo>
                <a:lnTo>
                  <a:pt x="1105713" y="185886"/>
                </a:lnTo>
                <a:lnTo>
                  <a:pt x="1039273" y="300956"/>
                </a:lnTo>
                <a:cubicBezTo>
                  <a:pt x="1086516" y="354101"/>
                  <a:pt x="1122434" y="416314"/>
                  <a:pt x="1144837" y="483799"/>
                </a:cubicBezTo>
                <a:lnTo>
                  <a:pt x="1277712" y="483796"/>
                </a:lnTo>
                <a:lnTo>
                  <a:pt x="1296144" y="588332"/>
                </a:lnTo>
                <a:lnTo>
                  <a:pt x="1171283" y="633774"/>
                </a:lnTo>
                <a:cubicBezTo>
                  <a:pt x="1173312" y="704852"/>
                  <a:pt x="1160838" y="775599"/>
                  <a:pt x="1134620" y="841697"/>
                </a:cubicBezTo>
                <a:lnTo>
                  <a:pt x="1236410" y="927104"/>
                </a:lnTo>
                <a:lnTo>
                  <a:pt x="1183336" y="1019032"/>
                </a:lnTo>
                <a:lnTo>
                  <a:pt x="1058476" y="973583"/>
                </a:lnTo>
                <a:cubicBezTo>
                  <a:pt x="1014343" y="1029336"/>
                  <a:pt x="959312" y="1075513"/>
                  <a:pt x="896742" y="1109294"/>
                </a:cubicBezTo>
                <a:lnTo>
                  <a:pt x="919819" y="1240149"/>
                </a:lnTo>
                <a:lnTo>
                  <a:pt x="820071" y="1276454"/>
                </a:lnTo>
                <a:lnTo>
                  <a:pt x="753637" y="1161380"/>
                </a:lnTo>
                <a:cubicBezTo>
                  <a:pt x="683991" y="1175721"/>
                  <a:pt x="612153" y="1175721"/>
                  <a:pt x="542507" y="1161380"/>
                </a:cubicBezTo>
                <a:lnTo>
                  <a:pt x="476073" y="1276454"/>
                </a:lnTo>
                <a:lnTo>
                  <a:pt x="376326" y="1240149"/>
                </a:lnTo>
                <a:lnTo>
                  <a:pt x="399403" y="1109294"/>
                </a:lnTo>
                <a:cubicBezTo>
                  <a:pt x="336833" y="1075513"/>
                  <a:pt x="281802" y="1029336"/>
                  <a:pt x="237669" y="973583"/>
                </a:cubicBezTo>
                <a:lnTo>
                  <a:pt x="112809" y="1019032"/>
                </a:lnTo>
                <a:lnTo>
                  <a:pt x="59735" y="927104"/>
                </a:lnTo>
                <a:lnTo>
                  <a:pt x="161524" y="841697"/>
                </a:lnTo>
                <a:cubicBezTo>
                  <a:pt x="135307" y="775599"/>
                  <a:pt x="122832" y="704852"/>
                  <a:pt x="124862" y="633774"/>
                </a:cubicBezTo>
                <a:lnTo>
                  <a:pt x="0" y="588332"/>
                </a:lnTo>
                <a:lnTo>
                  <a:pt x="18432" y="483796"/>
                </a:lnTo>
                <a:lnTo>
                  <a:pt x="151306" y="483799"/>
                </a:lnTo>
                <a:cubicBezTo>
                  <a:pt x="173710" y="416314"/>
                  <a:pt x="209628" y="354100"/>
                  <a:pt x="256871" y="300956"/>
                </a:cubicBezTo>
                <a:lnTo>
                  <a:pt x="190431" y="185886"/>
                </a:lnTo>
                <a:lnTo>
                  <a:pt x="271746" y="117654"/>
                </a:lnTo>
                <a:lnTo>
                  <a:pt x="373531" y="203067"/>
                </a:lnTo>
                <a:cubicBezTo>
                  <a:pt x="434072" y="165770"/>
                  <a:pt x="501577" y="141200"/>
                  <a:pt x="571928" y="130856"/>
                </a:cubicBezTo>
                <a:lnTo>
                  <a:pt x="59499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L:\VI\office\内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 descr="内页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46881BB-5DF8-4F76-B5DB-92937C2AAD51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0CA0F6-5D9E-4824-919B-C83F73634907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-9525" y="489541"/>
            <a:ext cx="1220216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0681811" y="6511752"/>
            <a:ext cx="1510825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TAOWINE </a:t>
            </a:r>
            <a:r>
              <a:rPr kumimoji="0" lang="en-US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Confidential</a:t>
            </a:r>
            <a:endParaRPr kumimoji="0" lang="en-US" altLang="zh-CN" sz="1100" b="0" i="1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4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pic>
        <p:nvPicPr>
          <p:cNvPr id="1027" name="Picture 3" descr="L:\VI\office\首页-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2" y="0"/>
            <a:ext cx="12172136" cy="6858000"/>
          </a:xfrm>
          <a:prstGeom prst="rect">
            <a:avLst/>
          </a:prstGeom>
        </p:spPr>
      </p:pic>
      <p:pic>
        <p:nvPicPr>
          <p:cNvPr id="8" name="图片 7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38600" y="5212080"/>
            <a:ext cx="4145915" cy="1510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4"/>
            <a:ext cx="10363200" cy="1500716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43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43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8" name="文本框 7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3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5933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2"/>
            </p:custDataLst>
          </p:nvPr>
        </p:nvSpPr>
        <p:spPr>
          <a:xfrm>
            <a:off x="3884930" y="5565775"/>
            <a:ext cx="4064000" cy="1168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深圳市道元工业股份有限公司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Taowine Industrial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  <a:t>东莞道元自动化技术有限公司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思源黑体"/>
                <a:cs typeface="Arial" panose="020B0604020202020204" pitchFamily="34" charset="0"/>
              </a:rPr>
              <a:t>Dongguan Taowine Automation Technology Co.,Ltd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思源黑体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4011084" cy="116204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053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.xml"/><Relationship Id="rId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5" Type="http://schemas.openxmlformats.org/officeDocument/2006/relationships/theme" Target="../theme/theme4.xml"/><Relationship Id="rId14" Type="http://schemas.openxmlformats.org/officeDocument/2006/relationships/image" Target="../media/image3.png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pic>
        <p:nvPicPr>
          <p:cNvPr id="2050" name="Picture 2" descr="L:\VI\office\尾页-2.jpg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2" y="0"/>
            <a:ext cx="12172136" cy="6858000"/>
          </a:xfrm>
          <a:prstGeom prst="rect">
            <a:avLst/>
          </a:prstGeom>
        </p:spPr>
      </p:pic>
      <p:pic>
        <p:nvPicPr>
          <p:cNvPr id="10" name="图片 9" descr="图片1"/>
          <p:cNvPicPr>
            <a:picLocks noChangeAspect="1"/>
          </p:cNvPicPr>
          <p:nvPr userDrawn="1"/>
        </p:nvPicPr>
        <p:blipFill>
          <a:blip r:embed="rId14"/>
          <a:srcRect t="15645" b="14745"/>
          <a:stretch>
            <a:fillRect/>
          </a:stretch>
        </p:blipFill>
        <p:spPr>
          <a:xfrm>
            <a:off x="3804920" y="5608955"/>
            <a:ext cx="4162425" cy="10560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72A80B-69F9-4D34-A7AB-E3B0984E38CF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A2F980-350E-435A-B186-8C23B77CCD3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DFD7E-830B-491C-83A5-05733DF6CF0C}" type="datetimeFigureOut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9C906D-AB7D-4B8C-988A-09F42268567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思源黑体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  <p:pic>
        <p:nvPicPr>
          <p:cNvPr id="2050" name="Picture 2" descr="L:\VI\office\尾页-2.jpg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2" y="0"/>
            <a:ext cx="12172136" cy="6858000"/>
          </a:xfrm>
          <a:prstGeom prst="rect">
            <a:avLst/>
          </a:prstGeom>
        </p:spPr>
      </p:pic>
      <p:pic>
        <p:nvPicPr>
          <p:cNvPr id="10" name="图片 9" descr="图片1"/>
          <p:cNvPicPr>
            <a:picLocks noChangeAspect="1"/>
          </p:cNvPicPr>
          <p:nvPr userDrawn="1"/>
        </p:nvPicPr>
        <p:blipFill>
          <a:blip r:embed="rId14"/>
          <a:srcRect t="15645" b="14745"/>
          <a:stretch>
            <a:fillRect/>
          </a:stretch>
        </p:blipFill>
        <p:spPr>
          <a:xfrm>
            <a:off x="3804920" y="5608955"/>
            <a:ext cx="4162425" cy="10560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54480" y="5514340"/>
            <a:ext cx="181102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V2025.4.30</a:t>
            </a:r>
            <a:endParaRPr kumimoji="0" lang="en-US" altLang="zh-CN" sz="186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97960" y="3429000"/>
            <a:ext cx="3902710" cy="992505"/>
          </a:xfrm>
        </p:spPr>
        <p:txBody>
          <a:bodyPr/>
          <a:lstStyle/>
          <a:p>
            <a:r>
              <a:rPr lang="zh-CN" altLang="en-US"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基础研究部</a:t>
            </a:r>
            <a:endParaRPr lang="zh-CN" altLang="en-US"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标题 1"/>
          <p:cNvSpPr/>
          <p:nvPr>
            <p:custDataLst>
              <p:tags r:id="rId1"/>
            </p:custDataLst>
          </p:nvPr>
        </p:nvSpPr>
        <p:spPr>
          <a:xfrm>
            <a:off x="1041400" y="2258484"/>
            <a:ext cx="10363200" cy="1468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</a:t>
            </a:r>
            <a:r>
              <a:rPr kumimoji="0" lang="zh-CN" altLang="en-US" sz="4000" b="0" i="0" u="none" strike="noStrike" kern="1200" cap="none" spc="0" normalizeH="0" baseline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流程定义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标题 1"/>
          <p:cNvSpPr/>
          <p:nvPr>
            <p:custDataLst>
              <p:tags r:id="rId2"/>
            </p:custDataLst>
          </p:nvPr>
        </p:nvSpPr>
        <p:spPr>
          <a:xfrm>
            <a:off x="7900670" y="4182745"/>
            <a:ext cx="3758565" cy="709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 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目录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443865" y="973455"/>
            <a:ext cx="10750550" cy="3599180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元素关系图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元素定义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模板定义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开发步骤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模板配置（可选）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项目配置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自然语言流程定义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元素关系图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121025" y="847090"/>
            <a:ext cx="5171440" cy="5397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i="1">
                <a:ln>
                  <a:solidFill>
                    <a:sysClr val="windowText" lastClr="000000"/>
                  </a:solidFill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项目</a:t>
            </a:r>
            <a:r>
              <a:rPr lang="en-US" altLang="zh-CN" sz="2000" i="1">
                <a:ln>
                  <a:solidFill>
                    <a:sysClr val="windowText" lastClr="000000"/>
                  </a:solidFill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/</a:t>
            </a:r>
            <a:r>
              <a:rPr lang="zh-CN" altLang="en-US" sz="2000" i="1">
                <a:ln>
                  <a:solidFill>
                    <a:sysClr val="windowText" lastClr="000000"/>
                  </a:solidFill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解决方案</a:t>
            </a:r>
            <a:endParaRPr lang="zh-CN" altLang="en-US" sz="2000" i="1">
              <a:ln>
                <a:solidFill>
                  <a:sysClr val="windowText" lastClr="000000"/>
                </a:solidFill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/>
            <a:endParaRPr lang="zh-CN" altLang="en-US" sz="800" dirty="0">
              <a:ln>
                <a:solidFill>
                  <a:sysClr val="windowText" lastClr="000000"/>
                </a:solidFill>
              </a:ln>
              <a:noFill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  </a:t>
            </a:r>
            <a:r>
              <a:rPr lang="en-US" altLang="zh-CN" sz="1600" i="1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  </a:t>
            </a:r>
            <a:r>
              <a:rPr lang="zh-CN" altLang="en-US" sz="1600" i="1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元件：</a:t>
            </a:r>
            <a:r>
              <a:rPr lang="zh-CN" altLang="en-US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属性</a:t>
            </a:r>
            <a:r>
              <a:rPr lang="en-US" altLang="zh-CN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/</a:t>
            </a:r>
            <a:r>
              <a:rPr lang="zh-CN" altLang="en-US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元件列表、条件、变量、动作</a:t>
            </a:r>
            <a:endParaRPr lang="zh-CN" altLang="en-US" sz="1600" dirty="0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  </a:t>
            </a:r>
            <a:r>
              <a:rPr lang="en-US" altLang="zh-CN" sz="1600" i="1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  </a:t>
            </a:r>
            <a:r>
              <a:rPr lang="zh-CN" altLang="en-US" sz="1600" i="1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物料：</a:t>
            </a:r>
            <a:r>
              <a:rPr lang="zh-CN" altLang="en-US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自定义的类别、自有属性、位置属性等</a:t>
            </a:r>
            <a:endParaRPr lang="zh-CN" altLang="en-US" sz="1600">
              <a:ln>
                <a:solidFill>
                  <a:sysClr val="windowText" lastClr="000000"/>
                </a:solidFill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   </a:t>
            </a:r>
            <a:r>
              <a:rPr lang="en-US" altLang="zh-CN" sz="1600" i="1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 </a:t>
            </a:r>
            <a:r>
              <a:rPr lang="zh-CN" altLang="en-US" sz="1600" i="1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停留点：</a:t>
            </a:r>
            <a:r>
              <a:rPr lang="zh-CN" altLang="en-US" sz="16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物料在设备中长时间停留的位置</a:t>
            </a:r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557270" y="2705100"/>
            <a:ext cx="4157980" cy="1462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i="1">
                <a:ln>
                  <a:solidFill>
                    <a:sysClr val="windowText" lastClr="000000"/>
                  </a:solidFill>
                </a:ln>
                <a:noFill/>
              </a:rPr>
              <a:t>工程</a:t>
            </a:r>
            <a:r>
              <a:rPr lang="en-US" altLang="zh-CN" sz="1600" i="1">
                <a:ln>
                  <a:solidFill>
                    <a:sysClr val="windowText" lastClr="000000"/>
                  </a:solidFill>
                </a:ln>
                <a:noFill/>
              </a:rPr>
              <a:t>1</a:t>
            </a:r>
            <a:r>
              <a:rPr lang="zh-CN" altLang="en-US" sz="1600" i="1">
                <a:ln>
                  <a:solidFill>
                    <a:sysClr val="windowText" lastClr="000000"/>
                  </a:solidFill>
                </a:ln>
                <a:noFill/>
              </a:rPr>
              <a:t>：</a:t>
            </a:r>
            <a:endParaRPr lang="zh-CN" altLang="en-US" sz="1600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828415" y="3102610"/>
            <a:ext cx="3757295" cy="4552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200" dirty="0">
                <a:ln>
                  <a:solidFill>
                    <a:sysClr val="windowText" lastClr="000000"/>
                  </a:solidFill>
                </a:ln>
                <a:noFill/>
                <a:sym typeface="+mn-ea"/>
              </a:rPr>
              <a:t>模组：元件列表、前置条件、流程、局部变量</a:t>
            </a:r>
            <a:endParaRPr lang="en-US" altLang="zh-CN" sz="1200" dirty="0">
              <a:ln>
                <a:solidFill>
                  <a:sysClr val="windowText" lastClr="000000"/>
                </a:solidFill>
              </a:ln>
              <a:noFill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557270" y="4288155"/>
            <a:ext cx="4157980" cy="7226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i="1">
                <a:ln>
                  <a:solidFill>
                    <a:sysClr val="windowText" lastClr="000000"/>
                  </a:solidFill>
                </a:ln>
                <a:noFill/>
              </a:rPr>
              <a:t>工程</a:t>
            </a:r>
            <a:r>
              <a:rPr lang="en-US" altLang="zh-CN" i="1">
                <a:ln>
                  <a:solidFill>
                    <a:sysClr val="windowText" lastClr="000000"/>
                  </a:solidFill>
                </a:ln>
                <a:noFill/>
              </a:rPr>
              <a:t>2</a:t>
            </a:r>
            <a:endParaRPr lang="zh-CN" altLang="en-US" i="1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 i="1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557270" y="5333365"/>
            <a:ext cx="4157980" cy="7226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i="1">
                <a:ln>
                  <a:solidFill>
                    <a:sysClr val="windowText" lastClr="000000"/>
                  </a:solidFill>
                </a:ln>
                <a:noFill/>
              </a:rPr>
              <a:t>工程</a:t>
            </a:r>
            <a:r>
              <a:rPr lang="en-US" altLang="zh-CN" i="1">
                <a:ln>
                  <a:solidFill>
                    <a:sysClr val="windowText" lastClr="000000"/>
                  </a:solidFill>
                </a:ln>
                <a:noFill/>
              </a:rPr>
              <a:t>n</a:t>
            </a:r>
            <a:endParaRPr lang="zh-CN" altLang="en-US" i="1">
              <a:ln>
                <a:solidFill>
                  <a:sysClr val="windowText" lastClr="000000"/>
                </a:solidFill>
              </a:ln>
              <a:noFill/>
            </a:endParaRPr>
          </a:p>
          <a:p>
            <a:pPr algn="l"/>
            <a:endParaRPr lang="zh-CN" altLang="en-US" i="1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29760" y="4804410"/>
            <a:ext cx="2282190" cy="584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/>
              <a:t>......</a:t>
            </a:r>
            <a:endParaRPr lang="en-US" altLang="zh-CN" sz="2800"/>
          </a:p>
        </p:txBody>
      </p:sp>
      <p:sp>
        <p:nvSpPr>
          <p:cNvPr id="3" name="圆角矩形 2"/>
          <p:cNvSpPr/>
          <p:nvPr/>
        </p:nvSpPr>
        <p:spPr>
          <a:xfrm>
            <a:off x="3838575" y="3547745"/>
            <a:ext cx="3757295" cy="4552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 dirty="0">
                <a:ln>
                  <a:solidFill>
                    <a:sysClr val="windowText" lastClr="000000"/>
                  </a:solidFill>
                </a:ln>
                <a:noFill/>
              </a:rPr>
              <a:t>逻辑：全局变量、互斥量、异常码</a:t>
            </a:r>
            <a:endParaRPr lang="en-US" altLang="zh-CN" sz="1200" dirty="0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元素定义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443865" y="915035"/>
            <a:ext cx="10750550" cy="521398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解决方案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：标识实际的项目名称（如：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2），项目内可包含多个工程。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1400" b="1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元件</a:t>
            </a:r>
            <a:r>
              <a:rPr lang="zh-CN" altLang="en-US" sz="1400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：分为基本元件、衍生元件。基本元件包含脉冲（伺服）轴、输入</a:t>
            </a:r>
            <a:r>
              <a:rPr lang="en-US" altLang="zh-CN" sz="1400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输出、定时器，以及外部通信元件（如扫码枪、相机、压力传感器、MES、数据库等）；衍生元件由基本元件组合而成，如轨道轴、气缸、真空等。</a:t>
            </a:r>
            <a:endParaRPr lang="en-US" altLang="zh-CN" sz="1400" dirty="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1400" b="1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</a:t>
            </a:r>
            <a:r>
              <a:rPr lang="zh-CN" altLang="en-US" sz="1400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：可被搬运、加工的对象定义，在工程内可定义多种，每种物料包含自定义的自有属性。</a:t>
            </a:r>
            <a:endParaRPr lang="zh-CN" altLang="en-US" sz="1400" dirty="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1400" b="1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停留点：</a:t>
            </a:r>
            <a:r>
              <a:rPr lang="zh-CN" altLang="en-US" sz="1400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物料可在设备中长时间停留的位置。主要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用于上料模组加工点、搬</a:t>
            </a:r>
            <a:r>
              <a:rPr lang="zh-CN" altLang="en-US" sz="1400" dirty="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运模组起终点，加工模组加工点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、下料模组加工点</a:t>
            </a:r>
            <a:endParaRPr lang="zh-CN" altLang="en-US" sz="1400" dirty="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：在时间维度上唯一并可独立运行的配置和流程集合（如：空跑流程、工作流程），由下列元素组成：模组、逻辑。</a:t>
            </a:r>
            <a:endParaRPr lang="zh-CN" altLang="en-US" sz="1400" dirty="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lnSpc>
                <a:spcPct val="150000"/>
              </a:lnSpc>
              <a:defRPr/>
            </a:pPr>
            <a:r>
              <a:rPr lang="zh-CN" altLang="en-US" sz="1225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模组</a:t>
            </a:r>
            <a:r>
              <a:rPr lang="zh-CN" altLang="en-US" sz="1225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：包含一个或一个以上元件，可以根据这些元件的属性、动作用自然语</a:t>
            </a:r>
            <a:r>
              <a:rPr lang="zh-CN" altLang="en-US" sz="122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言编写一段可连续循环执行的流程文本，模组按照功能可划分为复位模组、上料模组、搬运模组、加工模组、下料模组、异常模组等，模组内可支持定义局部变量（整型、小数、文本、布尔等）。</a:t>
            </a:r>
            <a:endParaRPr lang="zh-CN" altLang="en-US" sz="1225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lnSpc>
                <a:spcPct val="150000"/>
              </a:lnSpc>
              <a:defRPr/>
            </a:pPr>
            <a:r>
              <a:rPr lang="zh-CN" altLang="en-US" sz="122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</a:t>
            </a:r>
            <a:r>
              <a:rPr lang="zh-CN" altLang="en-US" sz="122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225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>
              <a:lnSpc>
                <a:spcPct val="150000"/>
              </a:lnSpc>
              <a:defRPr/>
            </a:pPr>
            <a:r>
              <a:rPr lang="zh-CN" altLang="en-US" sz="102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全局变量：整型、小数、文本、布尔等</a:t>
            </a:r>
            <a:endParaRPr lang="zh-CN" altLang="en-US" sz="1025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>
              <a:lnSpc>
                <a:spcPct val="150000"/>
              </a:lnSpc>
              <a:defRPr/>
            </a:pPr>
            <a:r>
              <a:rPr lang="zh-CN" altLang="en-US" sz="102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互斥量：描述由于机构干涉导致的模组之间对设备空间占用的互斥关系</a:t>
            </a:r>
            <a:endParaRPr lang="zh-CN" altLang="en-US" sz="1025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>
              <a:lnSpc>
                <a:spcPct val="150000"/>
              </a:lnSpc>
              <a:defRPr/>
            </a:pPr>
            <a:r>
              <a:rPr lang="zh-CN" altLang="en-US" sz="102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异常码：待补充</a:t>
            </a:r>
            <a:r>
              <a:rPr lang="en-US" altLang="zh-CN" sz="102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2025.4.29</a:t>
            </a:r>
            <a:endParaRPr lang="zh-CN" altLang="en-US" sz="1025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endParaRPr lang="zh-CN" altLang="en-US" sz="1025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567690" y="745490"/>
            <a:ext cx="5118735" cy="323913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l">
              <a:buNone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3.1数据类型类别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Basic Data Type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，基本数据类型，后续简写：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Basic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User Data Type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，用户数据类型，后续简写：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User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Component Type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，元件类型，后续简写：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CDT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Font typeface="Wingdings" panose="05000000000000000000" charset="0"/>
              <a:buChar char="n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Component Example，元件实例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，后续简写：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CDE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Module Type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，模组类型，后续简写：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MDT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Module Example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，模组实例，后续简写：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MDE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algn="l">
              <a:buNone/>
              <a:defRPr/>
            </a:pPr>
            <a:r>
              <a:rPr lang="zh-CN" altLang="en-US" sz="1800" b="1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3.2数据类型之间的关系：</a:t>
            </a:r>
            <a:endParaRPr lang="zh-CN" altLang="en-US" sz="18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User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继承于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Basic 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，当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User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实例化后修改为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Basic +Value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CDT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实例化后修改为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CDE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MDT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实例化后修改为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MDE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33730" lvl="1" indent="-212090" algn="l">
              <a:spcBef>
                <a:spcPts val="0"/>
              </a:spcBef>
              <a:defRPr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096000" y="1348740"/>
          <a:ext cx="4794250" cy="50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535"/>
                <a:gridCol w="2436715"/>
              </a:tblGrid>
              <a:tr h="37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基本数据类型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8445">
                <a:tc>
                  <a:txBody>
                    <a:bodyPr/>
                    <a:lstStyle/>
                    <a:p>
                      <a:pPr marL="0" lvl="1"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空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(null)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整型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(int)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浮点型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(float)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布尔型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(bool)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字符型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(string)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1(hex8)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2(hesx16)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4(hex32)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8(hex64)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整型数组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(array_int)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暂未使用，讨论是否删除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浮点型数组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(array_float)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暂未使用，讨论是否删除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字符型数组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(array_string)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暂未使用，讨论是否删除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(array_byte8)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暂未使用，讨论是否删除</a:t>
                      </a:r>
                      <a:endParaRPr lang="zh-CN" altLang="en-US" sz="10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(array_short16)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暂未使用，讨论是否删除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(array_long32)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暂未使用，讨论是否删除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数组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(array_long64)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暂未使用，讨论是否删除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单选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(redio)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5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多选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(checkbox)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</a:t>
                      </a:r>
                      <a:endParaRPr lang="zh-CN" altLang="en-US" sz="10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7108825" y="875030"/>
            <a:ext cx="3074035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3.1 Basic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88010" y="1379855"/>
          <a:ext cx="5240655" cy="435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099"/>
                <a:gridCol w="2341984"/>
                <a:gridCol w="1269572"/>
              </a:tblGrid>
              <a:tr h="37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76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整数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Int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最大值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(Max)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最小值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(Min)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是否包含最大值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IncludeMax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是否包含最小值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IncludeMin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(Initial)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75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小数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Float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最大值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(Max)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最小值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(Min)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是否包含最大值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IncludeMax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是否包含最小值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IncludeMin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0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布尔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Bool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2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文本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(Text)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最大长度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(Len)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是否允许为空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AllowEmpty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string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0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Hex1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hex8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0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Hex2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hex16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4(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Hex4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hex32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0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8(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Hex8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hex64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436995" y="1379855"/>
          <a:ext cx="5240655" cy="468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605"/>
                <a:gridCol w="1878330"/>
                <a:gridCol w="1569720"/>
              </a:tblGrid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整数列表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ListInt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个数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(Num)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小数列表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ListFloat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个数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(Num)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文本列表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ListText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个数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(Num)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string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ListHex8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个数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(Num)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hex8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ListHex16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个数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(Num)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hex16</a:t>
                      </a:r>
                      <a:endParaRPr lang="en-US" altLang="zh-CN" sz="1000" b="1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ListHex32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个数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(Num)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hex32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2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机械码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列表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ListHex64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个数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(Num)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hex64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64795">
                <a:tc>
                  <a:txBody>
                    <a:bodyPr/>
                    <a:lstStyle/>
                    <a:p>
                      <a:pPr marL="0" lvl="1">
                        <a:buNone/>
                      </a:pP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IP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地址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Ip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hex32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子网掩码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Mask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hex32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网关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(G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ateway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初始值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Initial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hex32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单选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(R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adio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redio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暂未使用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多选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(C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heckbox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初始值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(Initial)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checkbox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暂未使用</a:t>
                      </a:r>
                      <a:endParaRPr lang="zh-CN" altLang="en-US" sz="10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3"/>
          <p:cNvSpPr>
            <a:spLocks noGrp="1"/>
          </p:cNvSpPr>
          <p:nvPr/>
        </p:nvSpPr>
        <p:spPr>
          <a:xfrm>
            <a:off x="1848485" y="979170"/>
            <a:ext cx="3074035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 User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Rectangle 3"/>
          <p:cNvSpPr>
            <a:spLocks noGrp="1"/>
          </p:cNvSpPr>
          <p:nvPr/>
        </p:nvSpPr>
        <p:spPr>
          <a:xfrm>
            <a:off x="7680960" y="979170"/>
            <a:ext cx="3074035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 User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46735" y="1179195"/>
          <a:ext cx="5240655" cy="653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306"/>
                <a:gridCol w="2267339"/>
                <a:gridCol w="1374010"/>
              </a:tblGrid>
              <a:tr h="391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306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输入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Input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(Attribute)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卡号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CardNo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卡内序号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NoInCard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有效电平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EnableLevel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软件滤波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SoftFilter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ool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条件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Condition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有效(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Enable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无效(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Disable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36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输出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(Output)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卡号(CardNo)，Int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卡内序号(NoInCard)，Int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使能电平(EnableLevel)，Int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lvl="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zh-CN" altLang="en-US" sz="8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已使能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(Enabled)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未使能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(Disabled)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使能(Enable)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失能(Disable)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84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定时器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(Timer)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lvl="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b="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超时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未超时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(NotTimeout)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lvl="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en-US" altLang="zh-CN" sz="1000" b="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(Action)</a:t>
                      </a:r>
                      <a:endParaRPr lang="en-US" altLang="zh-CN" sz="1000" b="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启动(Start)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参数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(Parameter)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(Duration)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是否循环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(Loop)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53975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返回值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(RetrunValue)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循环次数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(Count)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停止(Stop)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重置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(Reset)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lvl="0"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endParaRPr lang="zh-CN" altLang="en-US" sz="800" b="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 dirty="0">
                        <a:highlight>
                          <a:srgbClr val="00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3"/>
          <p:cNvSpPr>
            <a:spLocks noGrp="1"/>
          </p:cNvSpPr>
          <p:nvPr/>
        </p:nvSpPr>
        <p:spPr>
          <a:xfrm>
            <a:off x="1772285" y="745490"/>
            <a:ext cx="3074035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Rectangle 3"/>
          <p:cNvSpPr>
            <a:spLocks noGrp="1"/>
          </p:cNvSpPr>
          <p:nvPr/>
        </p:nvSpPr>
        <p:spPr>
          <a:xfrm>
            <a:off x="7395210" y="745490"/>
            <a:ext cx="3074035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2"/>
            </p:custDataLst>
          </p:nvPr>
        </p:nvGraphicFramePr>
        <p:xfrm>
          <a:off x="6205855" y="1179195"/>
          <a:ext cx="5240655" cy="3961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883535"/>
                <a:gridCol w="783590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6874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脉冲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伺服轴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(PulseAxis)</a:t>
                      </a:r>
                      <a:endParaRPr lang="en-US" altLang="zh-CN" sz="100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轴信号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(Signal)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原点(CardNo)，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cdt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正限位(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PositiveLimit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负限位(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NegativeLimit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刹车(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Brake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zh-CN" altLang="en-US" sz="1000" b="1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en-US" altLang="zh-CN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卡号(CardNo)，Int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卡内序号(NoInCard)，Int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手动速度(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AxisManualSpeed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正极限(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AxisLimitP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负极限(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AxisLimitN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平滑度(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AxisSmoothTime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分辨率(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AxisResolution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每毫米脉冲数(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PulsesPerMillimeter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Floatx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Condition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运动中(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Moving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静止(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Static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原点有效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OrgEnable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原点无效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OrgDisable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正限位有效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PLEnable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正限位无效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PLDisable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负限位有效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NLEnabled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负限位无效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NLDisable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已刹车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BrakeEnabled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未刹车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BrakeDisabled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46735" y="1179195"/>
          <a:ext cx="5240655" cy="407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955"/>
                <a:gridCol w="2470150"/>
                <a:gridCol w="1225550"/>
              </a:tblGrid>
              <a:tr h="391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36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脉冲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伺服轴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(PulseAxis)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激活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禁用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(Disable)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位置清零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(PositionReset)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上刹车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(BrakeEnable)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解刹车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(BrakeDisable)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获取位置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(GetPosition)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返回值(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ReturnValue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位置(Position)，Float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启动(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Start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运行位置(Position)，Float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相对位移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(Relative)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连续运动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(Continued)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正方向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(Positive)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Bool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起始速度(StartSpeed)，Int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运行速度(RunSpeed)，Int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加速时间(AccTime)，Int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减速时间(DecTime)，Int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停止(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Stop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回零(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Home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正方向(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Positive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起始速度(StartSpeed)，Int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运行速度(RunSpeed)，Int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加速时间(AccTime)，Int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减速时间(DecTime)，Int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配置量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(ConfigVariable)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1772285" y="745490"/>
            <a:ext cx="3074035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6229350" y="1164590"/>
          <a:ext cx="5293995" cy="385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2335530"/>
                <a:gridCol w="1297305"/>
              </a:tblGrid>
              <a:tr h="379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58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位控电机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(ServolMotor)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运动(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Moving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静止(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Static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启动(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Start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停止(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Stop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58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扫码枪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Scanner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(Attribute)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IP(Ip)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Ip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触发字符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(TriggerCharacter)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(Action)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扫码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(Scan)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539750" lvl="1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返回值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(ReturnValue)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lvl="1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扫码结果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(Result)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lvl="1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扫码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SN(SerialNum)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582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AD(</a:t>
                      </a:r>
                      <a:r>
                        <a:rPr lang="en-US" altLang="zh-CN" sz="10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AnalogToDigital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通道号(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ChannelNum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)，Int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Condition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采集开始(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Start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采集结束(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Finish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采集结果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(Result)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采集(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Collect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数据处理(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DataProcess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3"/>
          <p:cNvSpPr>
            <a:spLocks noGrp="1"/>
          </p:cNvSpPr>
          <p:nvPr/>
        </p:nvSpPr>
        <p:spPr>
          <a:xfrm>
            <a:off x="7713755" y="735965"/>
            <a:ext cx="2681618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(4)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546735" y="1125855"/>
          <a:ext cx="5294228" cy="496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661"/>
                <a:gridCol w="2537926"/>
                <a:gridCol w="1231641"/>
              </a:tblGrid>
              <a:tr h="3397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6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轨道轴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(IoAxis)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Condition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运动中(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Moving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静止(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Static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正向启动(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Forward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反向启动(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Reverse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动作定义(Definition)，Text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停止(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Stop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动作定义(Definition)，Text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718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顶升气缸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(JackCylinder)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已顶升(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已下降(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未顶升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NotEnabled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未下降(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NotDisabled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顶升(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下降(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highlight>
                          <a:srgbClr val="00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736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升降气缸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(LiftCylinder)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已上升(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已下降(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未上升(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NotEnabled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未下降(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NotDisabled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上升(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下降(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highlight>
                          <a:srgbClr val="00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6019800" y="1063625"/>
          <a:ext cx="5294228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33"/>
                <a:gridCol w="2423160"/>
                <a:gridCol w="1210135"/>
              </a:tblGrid>
              <a:tr h="237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750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伸缩气缸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(TelescopicAirCylinder)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已伸出(Enabled)，Text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已缩回(Disabled)，Text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未伸出(NotEnabled)，Text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未缩回(NotDisabled)，Text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伸出(Enable)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动作定义(Definition)，Text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结束条件(EndCondition)，Text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缩回(Disable)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动作定义(Definition)，Text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结束条件(EndCondition)，Text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68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阻挡气缸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(BlockCylinder)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已阻挡(Enabled)，Text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已缩回(Disabled)，Text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未阻挡(NotEnabled)，Text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未缩回(NotDisabled)，Text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阻挡(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缩回(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744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夹爪气缸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(ClampCylinder)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已夹紧(Enabled)，Text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已释放(Disabled)，Text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未夹紧(NotEnabled)，Text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未释放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(NotDisabled)，Text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夹紧(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释放(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动作定义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(Definition)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结束条件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EndCondition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3"/>
          <p:cNvSpPr>
            <a:spLocks noGrp="1"/>
          </p:cNvSpPr>
          <p:nvPr/>
        </p:nvSpPr>
        <p:spPr>
          <a:xfrm>
            <a:off x="2164702" y="745490"/>
            <a:ext cx="2681618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(5)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7639460" y="694690"/>
            <a:ext cx="2681618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(6)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1521447" y="840740"/>
            <a:ext cx="2681618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(7)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02285" y="1252221"/>
          <a:ext cx="5240655" cy="5103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555"/>
                <a:gridCol w="2759710"/>
                <a:gridCol w="707390"/>
              </a:tblGrid>
              <a:tr h="350244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561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音圈电机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(VoiceCoilMotor)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Ip(Ip)，Ip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压力转换系数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(PCF)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平滑度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(SmoothTime)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机构导程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(Guide)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电机一圈脉冲数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(Pulse)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探针寿命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(PressCount)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已连接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(Connected)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未连接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(Disconnected)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运动中(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Moving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静止(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Static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连接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Connect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断连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Disconnect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读取数据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ReadData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启动(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Start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运行位置(Position)，Float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连续运动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(Continued)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正方向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(Positive)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速度(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Speed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Jog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模式按压最大力(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MaxForce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加速度(Acc)，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减速度(Dec)，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回零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正方向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(Positive)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速度(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Speed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Jog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模式按压最大力(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MaxForce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加速度(Acc)，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en-US" altLang="zh-CN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减速度(Dec)，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Float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停止(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Stop)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-179705" algn="l" fontAlgn="auto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配置量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(ConfigVariable)</a:t>
                      </a:r>
                      <a:endParaRPr lang="en-US" altLang="zh-CN" sz="1000" b="1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6229350" y="1164590"/>
          <a:ext cx="5293995" cy="388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2335530"/>
                <a:gridCol w="1297305"/>
              </a:tblGrid>
              <a:tr h="379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097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PLC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输入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(ServolMotor)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Ip(Ip)，Ip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端口号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(Port)，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寄存器地址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(Address)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寄存器数据位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(RegisterDataBit)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(Condition)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有效(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无效(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247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扫码枪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Scanner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Ip(Ip)，Ip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端口号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(Port)，Int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寄存器地址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(Address)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fontAlgn="auto"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寄存器数据位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(RegisterDataBit)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写入(</a:t>
                      </a:r>
                      <a:r>
                        <a:rPr lang="en-US" altLang="zh-CN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值(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Value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58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转盘气缸组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(CylinderGroup)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属性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(Attribute)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条件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Condition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全部已夹紧(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AllEnabled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全部已释放(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AllDisabled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全部未夹紧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(AllNotEnabled)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全部未释放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(AllNotDisabled)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Text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动作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Action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夹紧(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Enable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转盘位置(Position)，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释放(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Disable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转盘位置(Position)，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归零(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Home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方向(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Direct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360045" indent="-1714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旋转(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Rotate</a:t>
                      </a:r>
                      <a:r>
                        <a:rPr lang="zh-CN" altLang="en-US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53975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Parameter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zh-CN" altLang="en-US" sz="8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720090" indent="-179705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同方向(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SameDirect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)，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Bool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3"/>
          <p:cNvSpPr>
            <a:spLocks noGrp="1"/>
          </p:cNvSpPr>
          <p:nvPr/>
        </p:nvSpPr>
        <p:spPr>
          <a:xfrm>
            <a:off x="7713755" y="800735"/>
            <a:ext cx="2681618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CDT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(8)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模板定义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135370" y="1252440"/>
          <a:ext cx="5240655" cy="4226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605"/>
                <a:gridCol w="2327910"/>
                <a:gridCol w="1120140"/>
              </a:tblGrid>
              <a:tr h="2681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40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上料模组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(feeding)</a:t>
                      </a:r>
                      <a:endParaRPr lang="en-US" altLang="zh-CN" sz="100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加工点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(ProcessPoint)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en-US" altLang="zh-CN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en-US" altLang="zh-CN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38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下料模组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(cutting)</a:t>
                      </a:r>
                      <a:endParaRPr lang="en-US" altLang="zh-CN" sz="100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720" indent="-171450" algn="l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(Elements)，cdt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加工点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(ProcessPoint)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(Priority)，Int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69001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通用模组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(Priority)，Int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zh-CN" altLang="en-US" sz="1000" dirty="0">
                        <a:solidFill>
                          <a:schemeClr val="tx1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暂无示例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3"/>
          <p:cNvSpPr>
            <a:spLocks noGrp="1"/>
          </p:cNvSpPr>
          <p:nvPr/>
        </p:nvSpPr>
        <p:spPr>
          <a:xfrm>
            <a:off x="7491149" y="840935"/>
            <a:ext cx="2474439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3.4 MDT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75945" y="1252220"/>
          <a:ext cx="5240655" cy="520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605"/>
                <a:gridCol w="2327910"/>
                <a:gridCol w="1120140"/>
              </a:tblGrid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呈现名称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关键字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组件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搬运模组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(Transport)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cdt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起终点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en-US" altLang="zh-CN" sz="1000" dirty="0" err="1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StartAndEndPoint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Int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en-US" altLang="zh-CN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加工模组</a:t>
                      </a:r>
                      <a:r>
                        <a:rPr lang="en-US" altLang="zh-CN" sz="100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(Process)</a:t>
                      </a:r>
                      <a:endParaRPr lang="en-US" altLang="zh-CN" sz="100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720" indent="-171450" algn="l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元件列表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(Elements)，cdt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加工点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(ProcessPoint)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(Priority)，Int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zh-CN" altLang="en-US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zh-CN" altLang="en-US" sz="1000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04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复位模组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(Reset)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(Priority)，Int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137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异常模组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(Exception)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(Priority)，Int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变量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(Variable)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简写定义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(Abbreviation)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是否执行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(Enable)，Bool</a:t>
                      </a:r>
                      <a:endParaRPr lang="zh-CN" altLang="en-US" sz="1000" b="1" dirty="0">
                        <a:highlight>
                          <a:srgbClr val="000000">
                            <a:alpha val="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2720" indent="-171450" algn="l" fontAlgn="auto">
                        <a:lnSpc>
                          <a:spcPct val="120000"/>
                        </a:lnSpc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1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运行超时时间</a:t>
                      </a:r>
                      <a:r>
                        <a:rPr lang="en-US" altLang="zh-CN" sz="1000" dirty="0">
                          <a:highlight>
                            <a:srgbClr val="000000">
                              <a:alpha val="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(Timeouts)，Int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暂无示例</a:t>
                      </a:r>
                      <a:endParaRPr lang="zh-CN" altLang="en-US" sz="10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3"/>
          <p:cNvSpPr>
            <a:spLocks noGrp="1"/>
          </p:cNvSpPr>
          <p:nvPr/>
        </p:nvSpPr>
        <p:spPr>
          <a:xfrm>
            <a:off x="1931724" y="840935"/>
            <a:ext cx="2474439" cy="30670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21640" lvl="1" indent="0" algn="l">
              <a:spcBef>
                <a:spcPts val="0"/>
              </a:spcBef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3.4 MDT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459"/>
            <a:ext cx="406971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4.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开发步骤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443865" y="915035"/>
            <a:ext cx="10750550" cy="521398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>
              <a:defRPr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新建项目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解决方案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数据类型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元件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模组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类型（可选）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添加元件实例，并配置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添加物料，自定义物料类别、属性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确定物料在设备中的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所有停留点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停留点，规划物料流转示意图，输出PPT文档（提供样例）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新建工程（提供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样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划分功能码，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添加上料模组、下料模组、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搬运模组、加工模组，同时确定复位模组、通用模组、异常模组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添加模组实例，并配置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流程编写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使用自然语言编写模组运行流程，可使用变量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配置全部模组的前置条件、优先级、互斥量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运行配置、流程检查软件，修复错误和告警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调试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单模组流程调试，支持单步执行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>
              <a:defRPr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工程调试，支持单步执行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defRPr/>
            </a:pP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315"/>
            <a:ext cx="581850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5.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模板配置（可选）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--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元件类型</a:t>
            </a:r>
            <a:endParaRPr lang="zh-CN" altLang="en-US" b="1" dirty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91250" y="1012825"/>
            <a:ext cx="5033010" cy="473583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节点，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展开所有元件类型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左键单击元件类型，显示当前类型的具体配置，可修改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元件类型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，显示删除按钮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基本元件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/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外部通讯元件类型配置组件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（可选）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属性：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描述实际物理硬件的配置参数（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此项必选）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条件：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用来判断元件动作执行的状态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变量：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用于存储数据的数值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元件所提供的功能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200150" lvl="2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参数（执行动作所需要的一系列参数）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200150" lvl="2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返回值（执行完动作后流程需要返回的信息）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012825"/>
            <a:ext cx="5537835" cy="44151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191250" y="1017905"/>
            <a:ext cx="5147310" cy="46970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lvl="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衍生元件类型配置组件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（可选）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：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元件列表：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构成衍生元件的基本元件集合，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元件列表不可为空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条件：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用来判断元件动作执行的状态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变量：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用于存储数据的数值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元件所提供的功能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200150" lvl="2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参数（执行动作所需要的一系列参数）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200150" lvl="2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返回值（执行完动作后流程需要返回的信息）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</p:txBody>
      </p:sp>
      <p:sp>
        <p:nvSpPr>
          <p:cNvPr id="3" name="圆角矩形 1"/>
          <p:cNvSpPr/>
          <p:nvPr/>
        </p:nvSpPr>
        <p:spPr>
          <a:xfrm>
            <a:off x="443865" y="234315"/>
            <a:ext cx="574802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5.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模板配置（可选）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--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元件类型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017905"/>
            <a:ext cx="5643245" cy="45008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191250" y="1017905"/>
            <a:ext cx="5033010" cy="46970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物料在设备中可长时间停留的位置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干涉点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变量：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用于存储干涉条件中产生的数据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预处理：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对变量的处理，比如赋初始值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干涉条件：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元件与元件之间会发生干涉的条件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285750" lvl="0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全局简写：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可用于整个项目的简写定义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 algn="l">
              <a:lnSpc>
                <a:spcPct val="15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</p:txBody>
      </p:sp>
      <p:sp>
        <p:nvSpPr>
          <p:cNvPr id="3" name="圆角矩形 1"/>
          <p:cNvSpPr/>
          <p:nvPr/>
        </p:nvSpPr>
        <p:spPr>
          <a:xfrm>
            <a:off x="443865" y="234315"/>
            <a:ext cx="574802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5.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模板配置（可选）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--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停留点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\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干涉点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\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全局简写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56164"/>
          <a:stretch>
            <a:fillRect/>
          </a:stretch>
        </p:blipFill>
        <p:spPr>
          <a:xfrm>
            <a:off x="443865" y="1017905"/>
            <a:ext cx="5651500" cy="2038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47085"/>
          <a:stretch>
            <a:fillRect/>
          </a:stretch>
        </p:blipFill>
        <p:spPr>
          <a:xfrm>
            <a:off x="503555" y="3272155"/>
            <a:ext cx="5591810" cy="21615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91109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5.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模板配置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--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模组类型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35930" y="1092835"/>
            <a:ext cx="6201410" cy="541909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6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 algn="l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左键单击“模组”节点，展开所有模组类型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 algn="l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左键单击模组类型，显示当前类型的具体配置，可修改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 algn="l">
              <a:lnSpc>
                <a:spcPct val="10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右键单击模组类型，显示删除按钮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indent="-285750">
              <a:lnSpc>
                <a:spcPct val="18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模组类型：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复位：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设备的复位流程，由设备复位按钮或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UI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触发执行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上料：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物料最开始出现的流程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搬运：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操作物料从一个位置流转到另一位置的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流程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加工：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在某个位置上加工物料的流程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下料：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物料从设备最后下料的流程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异常：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流程运行出现异常时的特殊处理流程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通用：无停留点模组</a:t>
            </a:r>
            <a:r>
              <a:rPr lang="en-US" altLang="zh-CN" sz="12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(</a:t>
            </a:r>
            <a:r>
              <a:rPr lang="zh-CN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待补充</a:t>
            </a:r>
            <a:r>
              <a:rPr lang="en-US" altLang="zh-CN" sz="12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)</a:t>
            </a:r>
            <a:endParaRPr lang="en-US" altLang="zh-CN" sz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lvl="0" indent="-285750">
              <a:lnSpc>
                <a:spcPct val="18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组配置：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元件列表：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从所有的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元件实例中选择添加，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可重命名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元件的名称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起终点：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物料在模组中流转的（起始，终点）二元组列表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前置条件：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模组的启动条件，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可以是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+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条件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变量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、位置、物料属性，可缺省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优先级：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整型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-255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，数字越大优先级越高，缺省为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，异常模组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优先级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[201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255]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，其余模组优先级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[1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200]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变量：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整数、小数、文本、布尔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简写定义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用户可自定义自然语言语句来表示多个元件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+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条件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变量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动作、物料属性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82768" y="754525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模组划分及编写详见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--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切尔西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模组定义 文档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1092835"/>
            <a:ext cx="5184140" cy="43091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315"/>
            <a:ext cx="461454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6.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项目配置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—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元件实例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6075" y="878204"/>
            <a:ext cx="4919663" cy="46843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节点，展开所有元件的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类型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元件类型，展开所有元件的实例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右键单击元件类型，显示添加按钮，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可添加新的元件实例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右键单击元件实例，显示修改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删除按钮，可修改元件实例的具体配置或删除该元件实例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元件实例配置：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rPr>
              <a:t>根据模板提供的元件类型，选择对应的元件类型，创建实例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lvl="1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745490"/>
            <a:ext cx="5596890" cy="51269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28625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6.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项目配置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--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物料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14465" y="1239520"/>
            <a:ext cx="5225415" cy="38220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400" b="1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defRPr>
            </a:lvl2pPr>
          </a:lstStyle>
          <a:p>
            <a:r>
              <a:rPr lang="zh-CN" altLang="en-US" dirty="0">
                <a:sym typeface="+mn-ea"/>
              </a:rPr>
              <a:t>功能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右键单击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物料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节点，显示添加按钮，可添加物料实例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右键单击物料实例，显示修改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删除按钮，可修改物料实例的具体配置或删除物料实例，物料实例的属性可自定义</a:t>
            </a:r>
            <a:endParaRPr lang="zh-CN" altLang="en-US" dirty="0">
              <a:sym typeface="+mn-ea"/>
            </a:endParaRPr>
          </a:p>
          <a:p>
            <a:pPr marL="457200" lvl="1" indent="0">
              <a:buNone/>
            </a:pP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940435"/>
            <a:ext cx="5828665" cy="44202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/>
        </p:nvSpPr>
        <p:spPr>
          <a:xfrm>
            <a:off x="443865" y="234315"/>
            <a:ext cx="446024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6.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项目配置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—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停留点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6075" y="1196340"/>
            <a:ext cx="4919980" cy="40386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节点，展开所有停留点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左键单击具体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，显示添加按钮，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可添加新的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右键单击元件实例，显示删除按钮，可删除该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745490"/>
            <a:ext cx="6170930" cy="49403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79996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6.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项目配置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—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模组实例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（图片暂不更新）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74024" y="1274533"/>
            <a:ext cx="5120796" cy="42691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节点，显示所有功能码节点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左键单击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功能码节点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，展开所有模组的实例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左键双击模组实例，显示出该模组实例的自然语言流程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右键单击模组类型，显示添加按钮，可添加新的模组实例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右键单击模组实例，显示修改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删除按钮，可修改模组实例的具体配置或删除模组实例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模组实例配置：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根据模板提供的模组类型，选择对应的模组类型，创建实例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</a:endParaRP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74107" y="900024"/>
            <a:ext cx="5120713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模组划分及编写详见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--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切尔西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模组定义 文档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236980"/>
            <a:ext cx="6285865" cy="42259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521835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6.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项目配置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—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逻辑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77660" y="1034415"/>
            <a:ext cx="5119370" cy="463994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400" b="1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</a:defRPr>
            </a:lvl2pPr>
            <a:lvl4pPr lvl="3"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r>
              <a:rPr lang="zh-CN" altLang="en-US" dirty="0">
                <a:sym typeface="+mn-ea"/>
              </a:rPr>
              <a:t>功能：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右键单击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全局变量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节点，显示出添加按钮，可添加全局变量实例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右键单击全局变量实例，显示出修改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删除按钮，可修改实例的具体配置或删除该变量实例</a:t>
            </a:r>
            <a:endParaRPr lang="zh-CN" altLang="en-US" dirty="0">
              <a:sym typeface="+mn-ea"/>
            </a:endParaRPr>
          </a:p>
          <a:p>
            <a:pPr lvl="1"/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全局变量：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sz="1200" dirty="0">
                <a:sym typeface="+mn-ea"/>
              </a:rPr>
              <a:t>全局变量名称（选择数据类型）</a:t>
            </a:r>
            <a:endParaRPr lang="zh-CN" altLang="en-US" sz="1200" dirty="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初始值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互斥量：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互斥量名称</a:t>
            </a:r>
            <a:endParaRPr lang="zh-CN" altLang="en-US" dirty="0">
              <a:sym typeface="+mn-ea"/>
            </a:endParaRPr>
          </a:p>
          <a:p>
            <a:pPr marL="1200150" lvl="2" indent="-285750" algn="l"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模组列表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模组实例1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模组实例2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r>
              <a:rPr lang="zh-CN" altLang="en-US" dirty="0">
                <a:highlight>
                  <a:srgbClr val="FFFF00"/>
                </a:highlight>
                <a:sym typeface="+mn-ea"/>
              </a:rPr>
              <a:t>异常码：（暂不更新，待补充）</a:t>
            </a:r>
            <a:endParaRPr lang="zh-CN" altLang="en-US" dirty="0">
              <a:highlight>
                <a:srgbClr val="FFFF00"/>
              </a:highlight>
              <a:sym typeface="+mn-ea"/>
            </a:endParaRPr>
          </a:p>
          <a:p>
            <a:pPr lvl="1"/>
            <a:endParaRPr lang="zh-CN" altLang="en-US" sz="1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1031240"/>
            <a:ext cx="6287135" cy="19272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42976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7.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自然语言流程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21475" y="1305560"/>
            <a:ext cx="5173345" cy="50266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功能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左键双击模组实例，编辑并显示出该模组实例的自然语言流程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1680" indent="-285750" fontAlgn="auto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支持单个/多个模组运行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，输出运行信息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1680" indent="-285750" fontAlgn="auto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支持断点调试：设置断点以暂停程序执行，检查代码运行状态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1680" indent="-285750" fontAlgn="auto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支持单步执行：逐行运行代码，观察每一步的执行结果。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455930" lvl="0" indent="0" fontAlgn="auto">
              <a:spcBef>
                <a:spcPts val="300"/>
              </a:spcBef>
              <a:buFont typeface="Arial" panose="020B0604020202020204" pitchFamily="34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455930" lvl="0" indent="0" fontAlgn="auto">
              <a:spcBef>
                <a:spcPts val="300"/>
              </a:spcBef>
              <a:buFont typeface="Arial" panose="020B0604020202020204" pitchFamily="34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indent="0">
              <a:spcBef>
                <a:spcPts val="300"/>
              </a:spcBef>
              <a:buFont typeface="Arial" panose="020B0604020202020204" pitchFamily="34" charset="0"/>
              <a:buNone/>
            </a:pPr>
            <a:endParaRPr lang="zh-CN" alt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87490" y="745490"/>
            <a:ext cx="53073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自然语言定义流程编写详见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--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切尔西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模组定义 文档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1305560"/>
            <a:ext cx="6094095" cy="45002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42976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7.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自然语言流程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89075" y="831215"/>
            <a:ext cx="8920480" cy="55137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编写说明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使用元件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+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条件来控制设备，控制语句使用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;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隔开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“,”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用于参数，返回值之间分割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()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表示参数赋值，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{}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动作返回值赋值，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[]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表示物料，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=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表示赋值，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#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表示注释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085850" lvl="2" indent="-171450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动作编写示例：伺服轴启动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(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运动位置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=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200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，运动速度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=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100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) 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085850" lvl="2" indent="-171450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扫码枪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扫码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{[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物料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扫码结果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]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=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扫码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SN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}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2" indent="0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注意：一个模组中存在多个物料，物料语法为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[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停留点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物料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物料属性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]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等于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不等于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大于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小于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小于等于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大于等于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，用于条件判断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algn="just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条件判断语句之间使用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&amp;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|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连接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algn="just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：</a:t>
            </a:r>
            <a:r>
              <a:rPr lang="en-US" altLang="zh-CN" sz="1200" b="1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label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作为行标签，</a:t>
            </a:r>
            <a:r>
              <a:rPr lang="en-US" altLang="zh-CN" sz="1200" b="1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label 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为自定义标签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085850" lvl="2" indent="-171450" algn="just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1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:</a:t>
            </a:r>
            <a:r>
              <a:rPr lang="zh-CN" altLang="en-US" sz="1000" b="1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气缸复位</a:t>
            </a:r>
            <a:endParaRPr lang="en-US" altLang="zh-CN" sz="1000" b="1" i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algn="just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？条件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？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分支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？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分支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判断条件执行，若条件为真，执行分支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；若条件不成立，执行分支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085850" lvl="2" indent="-171450" algn="just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? [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内袋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扫码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OK]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等于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？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goto </a:t>
            </a:r>
            <a:r>
              <a:rPr lang="en-US" altLang="zh-CN" sz="1000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label1 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?  goto </a:t>
            </a:r>
            <a:r>
              <a:rPr lang="en-US" altLang="zh-CN" sz="1000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label2  </a:t>
            </a:r>
            <a:endParaRPr lang="zh-CN" altLang="en-US" sz="10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085850" lvl="2" indent="-171450" algn="just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? [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内袋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扫码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OK]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等于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0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？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伺服轴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启动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(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运行位置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=10.0,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正方向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=0);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夹爪气缸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释放；</a:t>
            </a:r>
            <a:r>
              <a:rPr lang="en-US" altLang="zh-CN" sz="1000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?  goto </a:t>
            </a:r>
            <a:r>
              <a:rPr lang="en-US" altLang="zh-CN" sz="1000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label2  </a:t>
            </a:r>
            <a:endParaRPr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algn="just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goto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en-US" altLang="zh-CN" sz="1200" b="1" i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label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表示跳转到某段流程中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741680" lvl="0" indent="-285750" fontAlgn="auto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/>
          </p:cNvSpPr>
          <p:nvPr/>
        </p:nvSpPr>
        <p:spPr>
          <a:xfrm>
            <a:off x="8169544" y="742886"/>
            <a:ext cx="3378557" cy="538629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954F72"/>
              </a:buClr>
              <a:defRPr/>
            </a:pPr>
            <a:endParaRPr lang="en-US" altLang="zh-CN" sz="1400" dirty="0">
              <a:latin typeface="Times New Roman" panose="02020603050405020304" charset="0"/>
              <a:ea typeface="华文细黑" panose="02010600040101010101" pitchFamily="2" charset="-122"/>
            </a:endParaRPr>
          </a:p>
        </p:txBody>
      </p:sp>
      <p:sp>
        <p:nvSpPr>
          <p:cNvPr id="6" name="圆角矩形 1"/>
          <p:cNvSpPr/>
          <p:nvPr/>
        </p:nvSpPr>
        <p:spPr>
          <a:xfrm>
            <a:off x="443865" y="234315"/>
            <a:ext cx="4429760" cy="511175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7.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自然语言流程</a:t>
            </a:r>
            <a:endParaRPr lang="zh-CN" altLang="en-US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89075" y="831215"/>
            <a:ext cx="8920480" cy="501015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vert="horz" wrap="square" rtlCol="0">
            <a:noAutofit/>
          </a:bodyPr>
          <a:lstStyle/>
          <a:p>
            <a:pPr indent="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编写说明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algn="just" fontAlgn="auto">
              <a:lnSpc>
                <a:spcPct val="190000"/>
              </a:lnSpc>
              <a:spcBef>
                <a:spcPts val="0"/>
              </a:spcBef>
              <a:buFont typeface="+mj-ea"/>
              <a:buAutoNum type="circleNumDbPlain" startAt="9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+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-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*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“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/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，进行数据运算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1085850" lvl="2" indent="-171450" algn="just" fontAlgn="auto">
              <a:lnSpc>
                <a:spcPct val="19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示例：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m+=n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，表示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m=m+n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；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m*=n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，表示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m=m*n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fontAlgn="auto">
              <a:lnSpc>
                <a:spcPct val="160000"/>
              </a:lnSpc>
              <a:spcBef>
                <a:spcPts val="0"/>
              </a:spcBef>
              <a:buFont typeface="+mj-ea"/>
              <a:buAutoNum type="circleNumDbPlain" startAt="9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通知格式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：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45720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: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标题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提示信息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按钮选项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跳转标签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1),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按钮选项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跳转标签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2),...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按钮选项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n(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跳转标签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n)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例子：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  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通知：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提示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,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请补料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,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确认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(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通知确认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),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取消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(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通知取消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)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: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通知完成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: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通知确认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......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goto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通知完成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: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通知取消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......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goto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通知完成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marL="685800" lvl="1" indent="-228600" fontAlgn="auto">
              <a:lnSpc>
                <a:spcPct val="160000"/>
              </a:lnSpc>
              <a:spcBef>
                <a:spcPts val="0"/>
              </a:spcBef>
              <a:buFont typeface="+mj-ea"/>
              <a:buAutoNum type="circleNumDbPlain" startAt="9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开关格式: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0"/>
              </a:spcBef>
              <a:buFont typeface="+mj-ea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  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华文仿宋" panose="02010600040101010101" charset="-122"/>
                <a:sym typeface="+mn-ea"/>
              </a:rPr>
              <a:t>开关:开关变量,值1(标签1),值2(标签2),...值n(标签n)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350260" y="1575435"/>
            <a:ext cx="5491480" cy="8826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思源黑体"/>
                <a:cs typeface="+mn-cs"/>
              </a:rPr>
              <a:t>THANKS </a:t>
            </a:r>
            <a:r>
              <a: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思源黑体"/>
                <a:cs typeface="+mn-cs"/>
              </a:rPr>
              <a:t>！</a:t>
            </a: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思源黑体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SLIDE_MODEL_TYPE" val="cover"/>
</p:tagLst>
</file>

<file path=ppt/tags/tag14.xml><?xml version="1.0" encoding="utf-8"?>
<p:tagLst xmlns:p="http://schemas.openxmlformats.org/presentationml/2006/main">
  <p:tag name="TABLE_ENDDRAG_ORIGIN_RECT" val="377*396"/>
  <p:tag name="TABLE_ENDDRAG_RECT" val="44*93*377*396"/>
</p:tagLst>
</file>

<file path=ppt/tags/tag15.xml><?xml version="1.0" encoding="utf-8"?>
<p:tagLst xmlns:p="http://schemas.openxmlformats.org/presentationml/2006/main">
  <p:tag name="TABLE_ENDDRAG_ORIGIN_RECT" val="412*345"/>
  <p:tag name="TABLE_ENDDRAG_RECT" val="34*115*412*345"/>
</p:tagLst>
</file>

<file path=ppt/tags/tag16.xml><?xml version="1.0" encoding="utf-8"?>
<p:tagLst xmlns:p="http://schemas.openxmlformats.org/presentationml/2006/main">
  <p:tag name="TABLE_ENDDRAG_ORIGIN_RECT" val="412*373"/>
  <p:tag name="TABLE_ENDDRAG_RECT" val="462*115*412*373"/>
</p:tagLst>
</file>

<file path=ppt/tags/tag17.xml><?xml version="1.0" encoding="utf-8"?>
<p:tagLst xmlns:p="http://schemas.openxmlformats.org/presentationml/2006/main">
  <p:tag name="TABLE_ENDDRAG_ORIGIN_RECT" val="412*382"/>
  <p:tag name="TABLE_ENDDRAG_RECT" val="43*102*412*382"/>
</p:tagLst>
</file>

<file path=ppt/tags/tag18.xml><?xml version="1.0" encoding="utf-8"?>
<p:tagLst xmlns:p="http://schemas.openxmlformats.org/presentationml/2006/main">
  <p:tag name="TABLE_ENDDRAG_ORIGIN_RECT" val="412*308"/>
  <p:tag name="TABLE_ENDDRAG_RECT" val="488*92*412*308"/>
</p:tagLst>
</file>

<file path=ppt/tags/tag19.xml><?xml version="1.0" encoding="utf-8"?>
<p:tagLst xmlns:p="http://schemas.openxmlformats.org/presentationml/2006/main">
  <p:tag name="TABLE_ENDDRAG_ORIGIN_RECT" val="412*382"/>
  <p:tag name="TABLE_ENDDRAG_RECT" val="43*102*412*382"/>
</p:tagLst>
</file>

<file path=ppt/tags/tag20.xml><?xml version="1.0" encoding="utf-8"?>
<p:tagLst xmlns:p="http://schemas.openxmlformats.org/presentationml/2006/main">
  <p:tag name="TABLE_ENDDRAG_ORIGIN_RECT" val="416*119"/>
  <p:tag name="TABLE_ENDDRAG_RECT" val="490*92*416*119"/>
</p:tagLst>
</file>

<file path=ppt/tags/tag21.xml><?xml version="1.0" encoding="utf-8"?>
<p:tagLst xmlns:p="http://schemas.openxmlformats.org/presentationml/2006/main">
  <p:tag name="TABLE_ENDDRAG_ORIGIN_RECT" val="412*432"/>
  <p:tag name="TABLE_ENDDRAG_RECT" val="43*88*412*432"/>
</p:tagLst>
</file>

<file path=ppt/tags/tag22.xml><?xml version="1.0" encoding="utf-8"?>
<p:tagLst xmlns:p="http://schemas.openxmlformats.org/presentationml/2006/main">
  <p:tag name="TABLE_ENDDRAG_ORIGIN_RECT" val="410*488"/>
  <p:tag name="TABLE_ENDDRAG_RECT" val="485*46*410*488"/>
</p:tagLst>
</file>

<file path=ppt/tags/tag23.xml><?xml version="1.0" encoding="utf-8"?>
<p:tagLst xmlns:p="http://schemas.openxmlformats.org/presentationml/2006/main">
  <p:tag name="TABLE_ENDDRAG_ORIGIN_RECT" val="412*325"/>
  <p:tag name="TABLE_ENDDRAG_RECT" val="484*102*412*325"/>
</p:tagLst>
</file>

<file path=ppt/tags/tag24.xml><?xml version="1.0" encoding="utf-8"?>
<p:tagLst xmlns:p="http://schemas.openxmlformats.org/presentationml/2006/main">
  <p:tag name="TABLE_ENDDRAG_ORIGIN_RECT" val="416*119"/>
  <p:tag name="TABLE_ENDDRAG_RECT" val="490*92*416*119"/>
</p:tagLst>
</file>

<file path=ppt/tags/tag25.xml><?xml version="1.0" encoding="utf-8"?>
<p:tagLst xmlns:p="http://schemas.openxmlformats.org/presentationml/2006/main">
  <p:tag name="TABLE_ENDDRAG_ORIGIN_RECT" val="412*388"/>
  <p:tag name="TABLE_ENDDRAG_RECT" val="43*102*412*388"/>
</p:tagLst>
</file>

<file path=ppt/tags/tag26.xml><?xml version="1.0" encoding="utf-8"?>
<p:tagLst xmlns:p="http://schemas.openxmlformats.org/presentationml/2006/main">
  <p:tag name="TABLE_ENDDRAG_ORIGIN_RECT" val="412*400"/>
  <p:tag name="TABLE_ENDDRAG_RECT" val="45*98*412*400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COMMONDATA" val="eyJoZGlkIjoiNmZjZDUzYTBiODc3ZTkzNDYzNGZjZWYwMDFmMTBkMjQifQ=="/>
</p:tagLst>
</file>

<file path=ppt/theme/theme1.xml><?xml version="1.0" encoding="utf-8"?>
<a:theme xmlns:a="http://schemas.openxmlformats.org/drawingml/2006/main" name="自定义设计方案">
  <a:themeElements>
    <a:clrScheme name="自定义 3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1B5"/>
      </a:accent1>
      <a:accent2>
        <a:srgbClr val="29ADFF"/>
      </a:accent2>
      <a:accent3>
        <a:srgbClr val="28E7EC"/>
      </a:accent3>
      <a:accent4>
        <a:srgbClr val="7F7F7F"/>
      </a:accent4>
      <a:accent5>
        <a:srgbClr val="D8D8D8"/>
      </a:accent5>
      <a:accent6>
        <a:srgbClr val="41FDC3"/>
      </a:accent6>
      <a:hlink>
        <a:srgbClr val="0000FF"/>
      </a:hlink>
      <a:folHlink>
        <a:srgbClr val="800080"/>
      </a:folHlink>
    </a:clrScheme>
    <a:fontScheme name="自定义 6">
      <a:majorFont>
        <a:latin typeface="Calibri"/>
        <a:ea typeface="思源黑体"/>
        <a:cs typeface=""/>
      </a:majorFont>
      <a:minorFont>
        <a:latin typeface="Calibri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9">
      <a:dk1>
        <a:srgbClr val="262626"/>
      </a:dk1>
      <a:lt1>
        <a:sysClr val="window" lastClr="FFFFFF"/>
      </a:lt1>
      <a:dk2>
        <a:srgbClr val="0071B4"/>
      </a:dk2>
      <a:lt2>
        <a:srgbClr val="E7E6E6"/>
      </a:lt2>
      <a:accent1>
        <a:srgbClr val="0071B4"/>
      </a:accent1>
      <a:accent2>
        <a:srgbClr val="3BB4FF"/>
      </a:accent2>
      <a:accent3>
        <a:srgbClr val="004E7E"/>
      </a:accent3>
      <a:accent4>
        <a:srgbClr val="E7E6E6"/>
      </a:accent4>
      <a:accent5>
        <a:srgbClr val="323F4F"/>
      </a:accent5>
      <a:accent6>
        <a:srgbClr val="73F0FD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9">
      <a:dk1>
        <a:srgbClr val="262626"/>
      </a:dk1>
      <a:lt1>
        <a:sysClr val="window" lastClr="FFFFFF"/>
      </a:lt1>
      <a:dk2>
        <a:srgbClr val="0071B4"/>
      </a:dk2>
      <a:lt2>
        <a:srgbClr val="E7E6E6"/>
      </a:lt2>
      <a:accent1>
        <a:srgbClr val="0071B4"/>
      </a:accent1>
      <a:accent2>
        <a:srgbClr val="3BB4FF"/>
      </a:accent2>
      <a:accent3>
        <a:srgbClr val="004E7E"/>
      </a:accent3>
      <a:accent4>
        <a:srgbClr val="E7E6E6"/>
      </a:accent4>
      <a:accent5>
        <a:srgbClr val="323F4F"/>
      </a:accent5>
      <a:accent6>
        <a:srgbClr val="73F0FD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自定义 3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1B5"/>
      </a:accent1>
      <a:accent2>
        <a:srgbClr val="29ADFF"/>
      </a:accent2>
      <a:accent3>
        <a:srgbClr val="28E7EC"/>
      </a:accent3>
      <a:accent4>
        <a:srgbClr val="7F7F7F"/>
      </a:accent4>
      <a:accent5>
        <a:srgbClr val="D8D8D8"/>
      </a:accent5>
      <a:accent6>
        <a:srgbClr val="41FDC3"/>
      </a:accent6>
      <a:hlink>
        <a:srgbClr val="0000FF"/>
      </a:hlink>
      <a:folHlink>
        <a:srgbClr val="800080"/>
      </a:folHlink>
    </a:clrScheme>
    <a:fontScheme name="自定义 6">
      <a:majorFont>
        <a:latin typeface="Calibri"/>
        <a:ea typeface="思源黑体"/>
        <a:cs typeface=""/>
      </a:majorFont>
      <a:minorFont>
        <a:latin typeface="Calibri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10322</Words>
  <Application>WPS 演示</Application>
  <PresentationFormat>宽屏</PresentationFormat>
  <Paragraphs>942</Paragraphs>
  <Slides>25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25</vt:i4>
      </vt:variant>
    </vt:vector>
  </HeadingPairs>
  <TitlesOfParts>
    <vt:vector size="46" baseType="lpstr">
      <vt:lpstr>Arial</vt:lpstr>
      <vt:lpstr>宋体</vt:lpstr>
      <vt:lpstr>Wingdings</vt:lpstr>
      <vt:lpstr>Calibri</vt:lpstr>
      <vt:lpstr>思源黑体</vt:lpstr>
      <vt:lpstr>黑体</vt:lpstr>
      <vt:lpstr>微软雅黑</vt:lpstr>
      <vt:lpstr>思源黑体</vt:lpstr>
      <vt:lpstr>Times New Roman</vt:lpstr>
      <vt:lpstr>华文细黑</vt:lpstr>
      <vt:lpstr>华文楷体</vt:lpstr>
      <vt:lpstr>Calibri</vt:lpstr>
      <vt:lpstr>Wingdings</vt:lpstr>
      <vt:lpstr>Arial Unicode MS</vt:lpstr>
      <vt:lpstr>等线</vt:lpstr>
      <vt:lpstr>华文仿宋</vt:lpstr>
      <vt:lpstr>汉仪雅酷黑简</vt:lpstr>
      <vt:lpstr>自定义设计方案</vt:lpstr>
      <vt:lpstr>Office 主题</vt:lpstr>
      <vt:lpstr>1_Office 主题</vt:lpstr>
      <vt:lpstr>1_自定义设计方案</vt:lpstr>
      <vt:lpstr>基础研究部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</dc:creator>
  <cp:lastModifiedBy>星罗棋布</cp:lastModifiedBy>
  <cp:revision>1764</cp:revision>
  <dcterms:created xsi:type="dcterms:W3CDTF">2024-08-17T00:54:00Z</dcterms:created>
  <dcterms:modified xsi:type="dcterms:W3CDTF">2025-09-02T13:48:27Z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C3C573C003B54904B7221C9138323E03_13</vt:lpwstr>
  </property>
  <property fmtid="{D5CDD505-2E9C-101B-9397-08002B2CF9AE}" pid="3" name="KSOProductBuildVer">
    <vt:lpwstr>2052-12.1.0.22529</vt:lpwstr>
  </property>
</Properties>
</file>